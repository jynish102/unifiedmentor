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37"/>
  </p:notesMasterIdLst>
  <p:handoutMasterIdLst>
    <p:handoutMasterId r:id="rId38"/>
  </p:handoutMasterIdLst>
  <p:sldIdLst>
    <p:sldId id="282" r:id="rId5"/>
    <p:sldId id="292" r:id="rId6"/>
    <p:sldId id="297" r:id="rId7"/>
    <p:sldId id="283" r:id="rId8"/>
    <p:sldId id="298" r:id="rId9"/>
    <p:sldId id="284" r:id="rId10"/>
    <p:sldId id="299" r:id="rId11"/>
    <p:sldId id="285" r:id="rId12"/>
    <p:sldId id="296" r:id="rId13"/>
    <p:sldId id="256" r:id="rId14"/>
    <p:sldId id="300" r:id="rId15"/>
    <p:sldId id="302" r:id="rId16"/>
    <p:sldId id="303" r:id="rId17"/>
    <p:sldId id="304" r:id="rId18"/>
    <p:sldId id="305" r:id="rId19"/>
    <p:sldId id="306" r:id="rId20"/>
    <p:sldId id="313" r:id="rId21"/>
    <p:sldId id="314" r:id="rId22"/>
    <p:sldId id="307" r:id="rId23"/>
    <p:sldId id="315" r:id="rId24"/>
    <p:sldId id="316" r:id="rId25"/>
    <p:sldId id="321" r:id="rId26"/>
    <p:sldId id="317" r:id="rId27"/>
    <p:sldId id="318" r:id="rId28"/>
    <p:sldId id="319" r:id="rId29"/>
    <p:sldId id="320" r:id="rId30"/>
    <p:sldId id="301" r:id="rId31"/>
    <p:sldId id="312" r:id="rId32"/>
    <p:sldId id="311" r:id="rId33"/>
    <p:sldId id="310" r:id="rId34"/>
    <p:sldId id="309" r:id="rId35"/>
    <p:sldId id="308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EC20E35-A176-4012-BC5E-935CFFF8708E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574" autoAdjust="0"/>
  </p:normalViewPr>
  <p:slideViewPr>
    <p:cSldViewPr snapToGrid="0">
      <p:cViewPr varScale="1">
        <p:scale>
          <a:sx n="76" d="100"/>
          <a:sy n="76" d="100"/>
        </p:scale>
        <p:origin x="414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5/13/2026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>
            <a:extLst>
              <a:ext uri="{FF2B5EF4-FFF2-40B4-BE49-F238E27FC236}">
                <a16:creationId xmlns:a16="http://schemas.microsoft.com/office/drawing/2014/main" xmlns="" id="{901FAF19-EC05-4368-9C23-D1307429BBA4}"/>
              </a:ext>
            </a:extLst>
          </p:cNvPr>
          <p:cNvSpPr/>
          <p:nvPr userDrawn="1"/>
        </p:nvSpPr>
        <p:spPr>
          <a:xfrm>
            <a:off x="8266176" y="4754879"/>
            <a:ext cx="2450592" cy="1664327"/>
          </a:xfrm>
          <a:prstGeom prst="ellipse">
            <a:avLst/>
          </a:prstGeom>
          <a:noFill/>
          <a:ln>
            <a:noFill/>
          </a:ln>
        </p:spPr>
        <p:txBody>
          <a:bodyPr vert="horz" lIns="72000" tIns="180000" rIns="180000" bIns="0" rtlCol="0" anchor="t">
            <a:noAutofit/>
          </a:bodyPr>
          <a:lstStyle/>
          <a:p>
            <a:pPr algn="r">
              <a:lnSpc>
                <a:spcPts val="4700"/>
              </a:lnSpc>
              <a:spcBef>
                <a:spcPct val="0"/>
              </a:spcBef>
            </a:pPr>
            <a:endParaRPr lang="en-US" sz="4500" noProof="0" dirty="0">
              <a:solidFill>
                <a:schemeClr val="bg1"/>
              </a:solidFill>
              <a:latin typeface="Rockwell" panose="02060603020205020403" pitchFamily="18" charset="0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E6296D70-8C54-475E-8440-66769A72C583}"/>
              </a:ext>
            </a:extLst>
          </p:cNvPr>
          <p:cNvSpPr/>
          <p:nvPr userDrawn="1"/>
        </p:nvSpPr>
        <p:spPr>
          <a:xfrm>
            <a:off x="11832336" y="1097280"/>
            <a:ext cx="144000" cy="5321927"/>
          </a:xfrm>
          <a:prstGeom prst="rect">
            <a:avLst/>
          </a:prstGeom>
          <a:noFill/>
          <a:ln>
            <a:noFill/>
          </a:ln>
        </p:spPr>
        <p:txBody>
          <a:bodyPr vert="horz" lIns="72000" tIns="180000" rIns="180000" bIns="0" rtlCol="0" anchor="t">
            <a:noAutofit/>
          </a:bodyPr>
          <a:lstStyle/>
          <a:p>
            <a:pPr algn="r">
              <a:lnSpc>
                <a:spcPts val="4700"/>
              </a:lnSpc>
              <a:spcBef>
                <a:spcPct val="0"/>
              </a:spcBef>
            </a:pPr>
            <a:endParaRPr lang="en-US" sz="4500" noProof="0" dirty="0">
              <a:solidFill>
                <a:schemeClr val="bg1"/>
              </a:solidFill>
              <a:latin typeface="Rockwell" panose="02060603020205020403" pitchFamily="18" charset="0"/>
              <a:ea typeface="+mj-ea"/>
              <a:cs typeface="+mj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DBE77267-9F51-4226-989C-ED57465596ED}"/>
              </a:ext>
            </a:extLst>
          </p:cNvPr>
          <p:cNvSpPr/>
          <p:nvPr userDrawn="1"/>
        </p:nvSpPr>
        <p:spPr>
          <a:xfrm>
            <a:off x="0" y="6714000"/>
            <a:ext cx="12192000" cy="144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21000">
                <a:schemeClr val="tx1">
                  <a:lumMod val="75000"/>
                  <a:lumOff val="25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0A2CC678-341F-44F8-AE2E-A6C84D75C56A}"/>
              </a:ext>
            </a:extLst>
          </p:cNvPr>
          <p:cNvSpPr/>
          <p:nvPr userDrawn="1"/>
        </p:nvSpPr>
        <p:spPr>
          <a:xfrm>
            <a:off x="0" y="0"/>
            <a:ext cx="12192000" cy="144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72000">
                <a:schemeClr val="tx1">
                  <a:lumMod val="75000"/>
                  <a:lumOff val="2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A87A001A-FE8B-41CE-AC81-69D4A2339087}"/>
              </a:ext>
            </a:extLst>
          </p:cNvPr>
          <p:cNvSpPr/>
          <p:nvPr userDrawn="1"/>
        </p:nvSpPr>
        <p:spPr>
          <a:xfrm>
            <a:off x="0" y="92074"/>
            <a:ext cx="144000" cy="6629401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72000">
                <a:schemeClr val="tx1">
                  <a:lumMod val="75000"/>
                  <a:lumOff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CB1416AC-94BD-4442-B771-E1ACAA70367E}"/>
              </a:ext>
            </a:extLst>
          </p:cNvPr>
          <p:cNvSpPr/>
          <p:nvPr userDrawn="1"/>
        </p:nvSpPr>
        <p:spPr>
          <a:xfrm>
            <a:off x="12048000" y="92074"/>
            <a:ext cx="144000" cy="6629401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7200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xmlns="" id="{BDB31DC4-A207-4A23-8E7A-40D0ECD04FD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6000 w 12192000"/>
              <a:gd name="connsiteY0" fmla="*/ 36000 h 6858000"/>
              <a:gd name="connsiteX1" fmla="*/ 36000 w 12192000"/>
              <a:gd name="connsiteY1" fmla="*/ 6822000 h 6858000"/>
              <a:gd name="connsiteX2" fmla="*/ 12156000 w 12192000"/>
              <a:gd name="connsiteY2" fmla="*/ 6822000 h 6858000"/>
              <a:gd name="connsiteX3" fmla="*/ 12156000 w 12192000"/>
              <a:gd name="connsiteY3" fmla="*/ 36000 h 6858000"/>
              <a:gd name="connsiteX4" fmla="*/ 0 w 12192000"/>
              <a:gd name="connsiteY4" fmla="*/ 0 h 6858000"/>
              <a:gd name="connsiteX5" fmla="*/ 36000 w 12192000"/>
              <a:gd name="connsiteY5" fmla="*/ 0 h 6858000"/>
              <a:gd name="connsiteX6" fmla="*/ 12156000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36000 h 6858000"/>
              <a:gd name="connsiteX9" fmla="*/ 12192000 w 12192000"/>
              <a:gd name="connsiteY9" fmla="*/ 6822000 h 6858000"/>
              <a:gd name="connsiteX10" fmla="*/ 12192000 w 12192000"/>
              <a:gd name="connsiteY10" fmla="*/ 6858000 h 6858000"/>
              <a:gd name="connsiteX11" fmla="*/ 12156000 w 12192000"/>
              <a:gd name="connsiteY11" fmla="*/ 6858000 h 6858000"/>
              <a:gd name="connsiteX12" fmla="*/ 36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6822000 h 6858000"/>
              <a:gd name="connsiteX15" fmla="*/ 0 w 12192000"/>
              <a:gd name="connsiteY15" fmla="*/ 36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0" h="6858000">
                <a:moveTo>
                  <a:pt x="36000" y="36000"/>
                </a:moveTo>
                <a:lnTo>
                  <a:pt x="36000" y="6822000"/>
                </a:lnTo>
                <a:lnTo>
                  <a:pt x="12156000" y="6822000"/>
                </a:lnTo>
                <a:lnTo>
                  <a:pt x="12156000" y="36000"/>
                </a:lnTo>
                <a:close/>
                <a:moveTo>
                  <a:pt x="0" y="0"/>
                </a:moveTo>
                <a:lnTo>
                  <a:pt x="36000" y="0"/>
                </a:lnTo>
                <a:lnTo>
                  <a:pt x="12156000" y="0"/>
                </a:lnTo>
                <a:lnTo>
                  <a:pt x="12192000" y="0"/>
                </a:lnTo>
                <a:lnTo>
                  <a:pt x="12192000" y="36000"/>
                </a:lnTo>
                <a:lnTo>
                  <a:pt x="12192000" y="6822000"/>
                </a:lnTo>
                <a:lnTo>
                  <a:pt x="12192000" y="6858000"/>
                </a:lnTo>
                <a:lnTo>
                  <a:pt x="12156000" y="6858000"/>
                </a:lnTo>
                <a:lnTo>
                  <a:pt x="36000" y="6858000"/>
                </a:lnTo>
                <a:lnTo>
                  <a:pt x="0" y="6858000"/>
                </a:lnTo>
                <a:lnTo>
                  <a:pt x="0" y="6822000"/>
                </a:lnTo>
                <a:lnTo>
                  <a:pt x="0" y="3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Picture Placeholder 1">
            <a:extLst>
              <a:ext uri="{FF2B5EF4-FFF2-40B4-BE49-F238E27FC236}">
                <a16:creationId xmlns:a16="http://schemas.microsoft.com/office/drawing/2014/main" xmlns="" id="{837F9836-5B23-424D-8C60-AC02A8512A4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44000" y="144000"/>
            <a:ext cx="11905200" cy="6570000"/>
          </a:xfrm>
          <a:solidFill>
            <a:schemeClr val="tx1"/>
          </a:solidFill>
        </p:spPr>
        <p:txBody>
          <a:bodyPr lIns="0" rIns="1764000" anchor="ctr"/>
          <a:lstStyle>
            <a:lvl1pPr marL="0" indent="0" algn="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359999"/>
            <a:ext cx="4416588" cy="5321927"/>
          </a:xfrm>
          <a:gradFill>
            <a:gsLst>
              <a:gs pos="0">
                <a:schemeClr val="tx1">
                  <a:lumMod val="75000"/>
                  <a:lumOff val="25000"/>
                  <a:alpha val="70000"/>
                </a:schemeClr>
              </a:gs>
              <a:gs pos="80000">
                <a:schemeClr val="tx1"/>
              </a:gs>
            </a:gsLst>
            <a:lin ang="3600000" scaled="0"/>
          </a:gradFill>
        </p:spPr>
        <p:txBody>
          <a:bodyPr lIns="72000" rIns="180000" bIns="180000" anchor="b"/>
          <a:lstStyle>
            <a:lvl1pPr algn="r">
              <a:lnSpc>
                <a:spcPts val="47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9999" y="5681926"/>
            <a:ext cx="4416587" cy="816075"/>
          </a:xfrm>
          <a:solidFill>
            <a:schemeClr val="tx1">
              <a:alpha val="80000"/>
            </a:schemeClr>
          </a:solidFill>
          <a:ln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txBody>
          <a:bodyPr tIns="144000" rIns="180000"/>
          <a:lstStyle>
            <a:lvl1pPr marL="0" indent="0" algn="r">
              <a:buNone/>
              <a:defRPr sz="18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xmlns="" id="{F6E7EBFD-F776-4FA5-B67B-AEAB104C7125}"/>
              </a:ext>
            </a:extLst>
          </p:cNvPr>
          <p:cNvSpPr/>
          <p:nvPr userDrawn="1"/>
        </p:nvSpPr>
        <p:spPr>
          <a:xfrm>
            <a:off x="8418576" y="4907280"/>
            <a:ext cx="1554480" cy="1103376"/>
          </a:xfrm>
          <a:prstGeom prst="ellipse">
            <a:avLst/>
          </a:prstGeom>
          <a:noFill/>
          <a:ln>
            <a:noFill/>
          </a:ln>
        </p:spPr>
        <p:txBody>
          <a:bodyPr vert="horz" lIns="72000" tIns="180000" rIns="180000" bIns="0" rtlCol="0" anchor="t">
            <a:noAutofit/>
          </a:bodyPr>
          <a:lstStyle/>
          <a:p>
            <a:pPr algn="r">
              <a:lnSpc>
                <a:spcPts val="4700"/>
              </a:lnSpc>
              <a:spcBef>
                <a:spcPct val="0"/>
              </a:spcBef>
            </a:pPr>
            <a:endParaRPr lang="en-US" sz="4500" noProof="0" dirty="0">
              <a:solidFill>
                <a:schemeClr val="bg1"/>
              </a:solidFill>
              <a:latin typeface="Rockwell" panose="02060603020205020403" pitchFamily="18" charset="0"/>
              <a:ea typeface="+mj-ea"/>
              <a:cs typeface="+mj-cs"/>
            </a:endParaRPr>
          </a:p>
        </p:txBody>
      </p:sp>
      <p:sp>
        <p:nvSpPr>
          <p:cNvPr id="9" name="Picture Placeholder 1">
            <a:extLst>
              <a:ext uri="{FF2B5EF4-FFF2-40B4-BE49-F238E27FC236}">
                <a16:creationId xmlns:a16="http://schemas.microsoft.com/office/drawing/2014/main" xmlns="" id="{837F9836-5B23-424D-8C60-AC02A8512A4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44000" y="144000"/>
            <a:ext cx="11905200" cy="6060155"/>
          </a:xfrm>
          <a:solidFill>
            <a:schemeClr val="tx1"/>
          </a:solidFill>
        </p:spPr>
        <p:txBody>
          <a:bodyPr lIns="0" rIns="1764000" anchor="ctr"/>
          <a:lstStyle>
            <a:lvl1pPr marL="0" indent="0" algn="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9100" y="804500"/>
            <a:ext cx="4416588" cy="3818712"/>
          </a:xfrm>
          <a:gradFill>
            <a:gsLst>
              <a:gs pos="0">
                <a:schemeClr val="tx1">
                  <a:lumMod val="75000"/>
                  <a:lumOff val="25000"/>
                  <a:alpha val="70000"/>
                </a:schemeClr>
              </a:gs>
              <a:gs pos="80000">
                <a:schemeClr val="tx1"/>
              </a:gs>
            </a:gsLst>
            <a:lin ang="3600000" scaled="0"/>
          </a:gradFill>
        </p:spPr>
        <p:txBody>
          <a:bodyPr lIns="72000" rIns="180000" bIns="180000" anchor="b"/>
          <a:lstStyle>
            <a:lvl1pPr algn="r">
              <a:lnSpc>
                <a:spcPts val="47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segue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9099" y="4623212"/>
            <a:ext cx="4416587" cy="816075"/>
          </a:xfrm>
          <a:solidFill>
            <a:schemeClr val="tx1">
              <a:alpha val="80000"/>
            </a:schemeClr>
          </a:solidFill>
          <a:ln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txBody>
          <a:bodyPr tIns="144000" rIns="180000"/>
          <a:lstStyle>
            <a:lvl1pPr marL="0" indent="0" algn="r">
              <a:buNone/>
              <a:defRPr sz="18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CB24018-690B-4552-9994-3F090E16014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4D8B2323-066D-4AC1-9FC8-A06D7E8B581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6901C03F-F087-4546-A9C3-5B5B81E3BD7B}"/>
              </a:ext>
            </a:extLst>
          </p:cNvPr>
          <p:cNvSpPr/>
          <p:nvPr userDrawn="1"/>
        </p:nvSpPr>
        <p:spPr>
          <a:xfrm>
            <a:off x="8266176" y="4754880"/>
            <a:ext cx="274320" cy="292608"/>
          </a:xfrm>
          <a:prstGeom prst="ellipse">
            <a:avLst/>
          </a:prstGeom>
          <a:noFill/>
          <a:ln>
            <a:noFill/>
          </a:ln>
        </p:spPr>
        <p:txBody>
          <a:bodyPr vert="horz" lIns="72000" tIns="180000" rIns="180000" bIns="0" rtlCol="0" anchor="t">
            <a:noAutofit/>
          </a:bodyPr>
          <a:lstStyle/>
          <a:p>
            <a:pPr algn="r">
              <a:lnSpc>
                <a:spcPts val="4700"/>
              </a:lnSpc>
              <a:spcBef>
                <a:spcPct val="0"/>
              </a:spcBef>
            </a:pPr>
            <a:endParaRPr lang="en-US" sz="4500" noProof="0" dirty="0">
              <a:solidFill>
                <a:schemeClr val="bg1"/>
              </a:solidFill>
              <a:latin typeface="Rockwell" panose="02060603020205020403" pitchFamily="18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92051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xmlns="" id="{1AB7A8BA-0531-4A37-BB60-9E1CA4764B40}"/>
              </a:ext>
            </a:extLst>
          </p:cNvPr>
          <p:cNvSpPr/>
          <p:nvPr userDrawn="1"/>
        </p:nvSpPr>
        <p:spPr>
          <a:xfrm>
            <a:off x="1450848" y="653845"/>
            <a:ext cx="2657856" cy="2450592"/>
          </a:xfrm>
          <a:prstGeom prst="ellipse">
            <a:avLst/>
          </a:prstGeom>
          <a:noFill/>
          <a:ln>
            <a:noFill/>
          </a:ln>
        </p:spPr>
        <p:txBody>
          <a:bodyPr vert="horz" lIns="72000" tIns="180000" rIns="180000" bIns="0" rtlCol="0" anchor="t">
            <a:noAutofit/>
          </a:bodyPr>
          <a:lstStyle/>
          <a:p>
            <a:pPr algn="r">
              <a:lnSpc>
                <a:spcPts val="4700"/>
              </a:lnSpc>
              <a:spcBef>
                <a:spcPct val="0"/>
              </a:spcBef>
            </a:pPr>
            <a:endParaRPr lang="en-US" sz="4500" noProof="0" dirty="0">
              <a:solidFill>
                <a:schemeClr val="bg1"/>
              </a:solidFill>
              <a:latin typeface="Rockwell" panose="02060603020205020403" pitchFamily="18" charset="0"/>
              <a:ea typeface="+mj-ea"/>
              <a:cs typeface="+mj-cs"/>
            </a:endParaRPr>
          </a:p>
        </p:txBody>
      </p:sp>
      <p:sp>
        <p:nvSpPr>
          <p:cNvPr id="9" name="Picture Placeholder 1">
            <a:extLst>
              <a:ext uri="{FF2B5EF4-FFF2-40B4-BE49-F238E27FC236}">
                <a16:creationId xmlns:a16="http://schemas.microsoft.com/office/drawing/2014/main" xmlns="" id="{837F9836-5B23-424D-8C60-AC02A8512A4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44000" y="144000"/>
            <a:ext cx="11905200" cy="6060155"/>
          </a:xfrm>
          <a:solidFill>
            <a:schemeClr val="tx1"/>
          </a:solidFill>
        </p:spPr>
        <p:txBody>
          <a:bodyPr lIns="0" tIns="180000" rIns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0" y="2438399"/>
            <a:ext cx="5385600" cy="3044399"/>
          </a:xfrm>
          <a:gradFill>
            <a:gsLst>
              <a:gs pos="83186">
                <a:schemeClr val="tx1"/>
              </a:gs>
              <a:gs pos="0">
                <a:schemeClr val="accent1">
                  <a:alpha val="50000"/>
                </a:schemeClr>
              </a:gs>
              <a:gs pos="46000">
                <a:schemeClr val="accent1">
                  <a:lumMod val="50000"/>
                  <a:alpha val="90000"/>
                </a:schemeClr>
              </a:gs>
            </a:gsLst>
            <a:lin ang="3600000" scaled="0"/>
          </a:gradFill>
        </p:spPr>
        <p:txBody>
          <a:bodyPr lIns="72000" tIns="180000" rIns="180000" bIns="0" anchor="t"/>
          <a:lstStyle>
            <a:lvl1pPr algn="r">
              <a:lnSpc>
                <a:spcPts val="47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segue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8971" y="4479264"/>
            <a:ext cx="2851629" cy="749534"/>
          </a:xfrm>
          <a:solidFill>
            <a:schemeClr val="tx1">
              <a:alpha val="80000"/>
            </a:schemeClr>
          </a:solidFill>
          <a:ln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accent1"/>
                </a:gs>
              </a:gsLst>
              <a:lin ang="10800000" scaled="0"/>
            </a:gradFill>
          </a:ln>
        </p:spPr>
        <p:txBody>
          <a:bodyPr tIns="144000" rIns="180000"/>
          <a:lstStyle>
            <a:lvl1pPr marL="0" indent="0" algn="r">
              <a:buNone/>
              <a:defRPr sz="18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CB24018-690B-4552-9994-3F090E16014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4D8B2323-066D-4AC1-9FC8-A06D7E8B581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815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xmlns="" id="{FE842FA8-E742-4FD8-BFA1-7B8A13828E76}"/>
              </a:ext>
            </a:extLst>
          </p:cNvPr>
          <p:cNvSpPr/>
          <p:nvPr userDrawn="1"/>
        </p:nvSpPr>
        <p:spPr>
          <a:xfrm>
            <a:off x="8418576" y="4907280"/>
            <a:ext cx="274320" cy="292608"/>
          </a:xfrm>
          <a:prstGeom prst="ellipse">
            <a:avLst/>
          </a:prstGeom>
          <a:noFill/>
          <a:ln>
            <a:noFill/>
          </a:ln>
        </p:spPr>
        <p:txBody>
          <a:bodyPr vert="horz" lIns="72000" tIns="180000" rIns="180000" bIns="0" rtlCol="0" anchor="t">
            <a:noAutofit/>
          </a:bodyPr>
          <a:lstStyle/>
          <a:p>
            <a:pPr algn="r">
              <a:lnSpc>
                <a:spcPts val="4700"/>
              </a:lnSpc>
              <a:spcBef>
                <a:spcPct val="0"/>
              </a:spcBef>
            </a:pPr>
            <a:endParaRPr lang="en-US" sz="4500" noProof="0" dirty="0">
              <a:solidFill>
                <a:schemeClr val="bg1"/>
              </a:solidFill>
              <a:latin typeface="Rockwell" panose="02060603020205020403" pitchFamily="18" charset="0"/>
              <a:ea typeface="+mj-ea"/>
              <a:cs typeface="+mj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23F5D8CC-DBBC-4E65-A552-C98514F1E2F9}"/>
              </a:ext>
            </a:extLst>
          </p:cNvPr>
          <p:cNvSpPr/>
          <p:nvPr userDrawn="1"/>
        </p:nvSpPr>
        <p:spPr>
          <a:xfrm>
            <a:off x="8266176" y="4754880"/>
            <a:ext cx="274320" cy="292608"/>
          </a:xfrm>
          <a:prstGeom prst="ellipse">
            <a:avLst/>
          </a:prstGeom>
          <a:noFill/>
          <a:ln>
            <a:noFill/>
          </a:ln>
        </p:spPr>
        <p:txBody>
          <a:bodyPr vert="horz" lIns="72000" tIns="180000" rIns="180000" bIns="0" rtlCol="0" anchor="t">
            <a:noAutofit/>
          </a:bodyPr>
          <a:lstStyle/>
          <a:p>
            <a:pPr algn="r">
              <a:lnSpc>
                <a:spcPts val="4700"/>
              </a:lnSpc>
              <a:spcBef>
                <a:spcPct val="0"/>
              </a:spcBef>
            </a:pPr>
            <a:endParaRPr lang="en-US" sz="4500" noProof="0" dirty="0">
              <a:solidFill>
                <a:schemeClr val="bg1"/>
              </a:solidFill>
              <a:latin typeface="Rockwell" panose="02060603020205020403" pitchFamily="18" charset="0"/>
              <a:ea typeface="+mj-ea"/>
              <a:cs typeface="+mj-cs"/>
            </a:endParaRPr>
          </a:p>
        </p:txBody>
      </p:sp>
      <p:sp>
        <p:nvSpPr>
          <p:cNvPr id="9" name="Picture Placeholder 1">
            <a:extLst>
              <a:ext uri="{FF2B5EF4-FFF2-40B4-BE49-F238E27FC236}">
                <a16:creationId xmlns:a16="http://schemas.microsoft.com/office/drawing/2014/main" xmlns="" id="{837F9836-5B23-424D-8C60-AC02A8512A4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69100" y="144000"/>
            <a:ext cx="5280100" cy="6048000"/>
          </a:xfrm>
          <a:solidFill>
            <a:schemeClr val="tx1"/>
          </a:solidFill>
        </p:spPr>
        <p:txBody>
          <a:bodyPr lIns="0" tIns="180000" rIns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493000" y="2438399"/>
            <a:ext cx="3836200" cy="3044399"/>
          </a:xfrm>
          <a:gradFill>
            <a:gsLst>
              <a:gs pos="83186">
                <a:schemeClr val="tx1"/>
              </a:gs>
              <a:gs pos="0">
                <a:schemeClr val="accent1">
                  <a:alpha val="50000"/>
                </a:schemeClr>
              </a:gs>
              <a:gs pos="46000">
                <a:schemeClr val="accent1">
                  <a:lumMod val="50000"/>
                  <a:alpha val="90000"/>
                </a:schemeClr>
              </a:gs>
            </a:gsLst>
            <a:lin ang="3600000" scaled="0"/>
          </a:gradFill>
        </p:spPr>
        <p:txBody>
          <a:bodyPr lIns="432000" tIns="432000" rIns="72000" bIns="1188000" anchor="t"/>
          <a:lstStyle>
            <a:lvl1pPr algn="l">
              <a:lnSpc>
                <a:spcPts val="47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Slide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47000" y="4465176"/>
            <a:ext cx="3372329" cy="774934"/>
          </a:xfrm>
          <a:solidFill>
            <a:schemeClr val="tx1">
              <a:alpha val="80000"/>
            </a:schemeClr>
          </a:solidFill>
          <a:ln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accent1"/>
                </a:gs>
              </a:gsLst>
              <a:lin ang="10800000" scaled="0"/>
            </a:gradFill>
          </a:ln>
        </p:spPr>
        <p:txBody>
          <a:bodyPr lIns="180000" tIns="144000" rIns="0"/>
          <a:lstStyle>
            <a:lvl1pPr marL="0" indent="0" algn="l">
              <a:buNone/>
              <a:defRPr sz="18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xmlns="" id="{23D3924F-A5EC-4141-A191-1A110C406AF7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32000" y="2438399"/>
            <a:ext cx="5472000" cy="304440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CB24018-690B-4552-9994-3F090E16014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4D8B2323-066D-4AC1-9FC8-A06D7E8B581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57081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xmlns="" id="{34827DBE-7690-48BE-8673-ABB67E101D80}"/>
              </a:ext>
            </a:extLst>
          </p:cNvPr>
          <p:cNvSpPr/>
          <p:nvPr userDrawn="1"/>
        </p:nvSpPr>
        <p:spPr>
          <a:xfrm>
            <a:off x="8266176" y="4754880"/>
            <a:ext cx="274320" cy="292608"/>
          </a:xfrm>
          <a:prstGeom prst="ellipse">
            <a:avLst/>
          </a:prstGeom>
          <a:noFill/>
          <a:ln>
            <a:noFill/>
          </a:ln>
        </p:spPr>
        <p:txBody>
          <a:bodyPr vert="horz" lIns="72000" tIns="180000" rIns="180000" bIns="0" rtlCol="0" anchor="t">
            <a:noAutofit/>
          </a:bodyPr>
          <a:lstStyle/>
          <a:p>
            <a:pPr algn="r">
              <a:lnSpc>
                <a:spcPts val="4700"/>
              </a:lnSpc>
              <a:spcBef>
                <a:spcPct val="0"/>
              </a:spcBef>
            </a:pPr>
            <a:endParaRPr lang="en-US" sz="4500" noProof="0" dirty="0">
              <a:solidFill>
                <a:schemeClr val="bg1"/>
              </a:solidFill>
              <a:latin typeface="Rockwell" panose="02060603020205020403" pitchFamily="18" charset="0"/>
              <a:ea typeface="+mj-ea"/>
              <a:cs typeface="+mj-cs"/>
            </a:endParaRPr>
          </a:p>
        </p:txBody>
      </p:sp>
      <p:sp>
        <p:nvSpPr>
          <p:cNvPr id="9" name="Picture Placeholder 1">
            <a:extLst>
              <a:ext uri="{FF2B5EF4-FFF2-40B4-BE49-F238E27FC236}">
                <a16:creationId xmlns:a16="http://schemas.microsoft.com/office/drawing/2014/main" xmlns="" id="{837F9836-5B23-424D-8C60-AC02A8512A4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44000" y="144000"/>
            <a:ext cx="5280100" cy="6060155"/>
          </a:xfrm>
          <a:solidFill>
            <a:schemeClr val="tx1"/>
          </a:solidFill>
        </p:spPr>
        <p:txBody>
          <a:bodyPr lIns="0" tIns="1440000" rIns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xmlns="" id="{23D3924F-A5EC-4141-A191-1A110C406AF7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096000" y="3263899"/>
            <a:ext cx="5472000" cy="2442088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CB24018-690B-4552-9994-3F090E16014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4D8B2323-066D-4AC1-9FC8-A06D7E8B581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F30A9B71-A789-4057-B729-15D78CF34E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5601" y="3263898"/>
            <a:ext cx="4840085" cy="1626013"/>
          </a:xfrm>
          <a:gradFill>
            <a:gsLst>
              <a:gs pos="0">
                <a:schemeClr val="tx1">
                  <a:lumMod val="75000"/>
                  <a:lumOff val="25000"/>
                  <a:alpha val="70000"/>
                </a:schemeClr>
              </a:gs>
              <a:gs pos="80000">
                <a:schemeClr val="tx1"/>
              </a:gs>
            </a:gsLst>
            <a:lin ang="3600000" scaled="0"/>
          </a:gradFill>
        </p:spPr>
        <p:txBody>
          <a:bodyPr lIns="72000" rIns="180000" bIns="180000" anchor="b"/>
          <a:lstStyle>
            <a:lvl1pPr algn="r">
              <a:lnSpc>
                <a:spcPts val="47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Slide Title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xmlns="" id="{499E1708-B7A6-4D6F-9968-5398B335FA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5601" y="4889912"/>
            <a:ext cx="4840085" cy="816075"/>
          </a:xfrm>
          <a:solidFill>
            <a:schemeClr val="tx1">
              <a:alpha val="80000"/>
            </a:schemeClr>
          </a:solidFill>
          <a:ln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txBody>
          <a:bodyPr tIns="144000" rIns="180000"/>
          <a:lstStyle>
            <a:lvl1pPr marL="0" indent="0" algn="r">
              <a:buNone/>
              <a:defRPr sz="18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775291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xmlns="" id="{EDE35ADD-8A62-4F35-950B-EA0CC678DE64}"/>
              </a:ext>
            </a:extLst>
          </p:cNvPr>
          <p:cNvSpPr/>
          <p:nvPr userDrawn="1"/>
        </p:nvSpPr>
        <p:spPr>
          <a:xfrm>
            <a:off x="8266176" y="4754880"/>
            <a:ext cx="274320" cy="292608"/>
          </a:xfrm>
          <a:prstGeom prst="ellipse">
            <a:avLst/>
          </a:prstGeom>
          <a:noFill/>
          <a:ln>
            <a:noFill/>
          </a:ln>
        </p:spPr>
        <p:txBody>
          <a:bodyPr vert="horz" lIns="72000" tIns="180000" rIns="180000" bIns="0" rtlCol="0" anchor="t">
            <a:noAutofit/>
          </a:bodyPr>
          <a:lstStyle/>
          <a:p>
            <a:pPr algn="r">
              <a:lnSpc>
                <a:spcPts val="4700"/>
              </a:lnSpc>
              <a:spcBef>
                <a:spcPct val="0"/>
              </a:spcBef>
            </a:pPr>
            <a:endParaRPr lang="en-US" sz="4500" noProof="0" dirty="0">
              <a:solidFill>
                <a:schemeClr val="bg1"/>
              </a:solidFill>
              <a:latin typeface="Rockwell" panose="02060603020205020403" pitchFamily="18" charset="0"/>
              <a:ea typeface="+mj-ea"/>
              <a:cs typeface="+mj-cs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xmlns="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387D291-05F0-4DD7-A728-945B6C9F2382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xmlns="" id="{61A6105F-5309-4A56-AAF2-8D4A0477F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67DBAC9A-28A2-405B-8B7E-9BE425F51354}"/>
              </a:ext>
            </a:extLst>
          </p:cNvPr>
          <p:cNvSpPr>
            <a:spLocks noGrp="1"/>
          </p:cNvSpPr>
          <p:nvPr>
            <p:ph idx="34"/>
          </p:nvPr>
        </p:nvSpPr>
        <p:spPr>
          <a:xfrm>
            <a:off x="431999" y="1512000"/>
            <a:ext cx="11339999" cy="4377523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93671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xmlns="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mparison Left Placeholder 1">
            <a:extLst>
              <a:ext uri="{FF2B5EF4-FFF2-40B4-BE49-F238E27FC236}">
                <a16:creationId xmlns:a16="http://schemas.microsoft.com/office/drawing/2014/main" xmlns="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5834"/>
            <a:ext cx="5472000" cy="360000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023668"/>
            <a:ext cx="5472000" cy="4168332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2" name="Comparison Left Placeholder 2">
            <a:extLst>
              <a:ext uri="{FF2B5EF4-FFF2-40B4-BE49-F238E27FC236}">
                <a16:creationId xmlns:a16="http://schemas.microsoft.com/office/drawing/2014/main" xmlns="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1516359"/>
            <a:ext cx="5472000" cy="358775"/>
          </a:xfrm>
        </p:spPr>
        <p:txBody>
          <a:bodyPr/>
          <a:lstStyle>
            <a:lvl1pPr marL="0" indent="0">
              <a:buNone/>
              <a:defRPr sz="2400" b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xmlns="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2020359"/>
            <a:ext cx="5472113" cy="4170891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E8FD215-79E5-48E4-95DB-2C5E5A1F8E8F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xmlns="" id="{DF905B34-4C18-4A8D-8167-57B7BF03D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xmlns="" id="{FDA3C530-12F9-48FC-BC5E-D34BDC504BC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44000" y="143999"/>
            <a:ext cx="11905200" cy="6047999"/>
          </a:xfrm>
          <a:solidFill>
            <a:schemeClr val="tx1"/>
          </a:solidFill>
        </p:spPr>
        <p:txBody>
          <a:bodyPr lIns="0" rIns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64900" y="4910452"/>
            <a:ext cx="4101900" cy="773546"/>
          </a:xfrm>
          <a:solidFill>
            <a:schemeClr val="bg1">
              <a:lumMod val="95000"/>
            </a:schemeClr>
          </a:solidFill>
        </p:spPr>
        <p:txBody>
          <a:bodyPr lIns="180000" tIns="72000" rIns="180000" anchor="t"/>
          <a:lstStyle>
            <a:lvl1pPr marL="0" indent="0">
              <a:buNone/>
              <a:defRPr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Enter your caption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3EC14527-4DF5-4A98-AE66-C80F3B8E6D2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xmlns="" id="{AB05C513-FBE3-4BA7-9084-69899356E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">
            <a:extLst>
              <a:ext uri="{FF2B5EF4-FFF2-40B4-BE49-F238E27FC236}">
                <a16:creationId xmlns:a16="http://schemas.microsoft.com/office/drawing/2014/main" xmlns="" id="{837F9836-5B23-424D-8C60-AC02A8512A4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44000" y="144000"/>
            <a:ext cx="11905200" cy="6570000"/>
          </a:xfrm>
          <a:solidFill>
            <a:schemeClr val="tx1"/>
          </a:solidFill>
        </p:spPr>
        <p:txBody>
          <a:bodyPr lIns="1764000" rIns="0" anchor="ctr"/>
          <a:lstStyle>
            <a:lvl1pPr marL="0" indent="0" algn="l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415412" y="360000"/>
            <a:ext cx="4416588" cy="4716572"/>
          </a:xfrm>
          <a:gradFill>
            <a:gsLst>
              <a:gs pos="0">
                <a:schemeClr val="tx1">
                  <a:lumMod val="75000"/>
                  <a:lumOff val="25000"/>
                  <a:alpha val="70000"/>
                </a:schemeClr>
              </a:gs>
              <a:gs pos="80000">
                <a:schemeClr val="tx1"/>
              </a:gs>
            </a:gsLst>
            <a:lin ang="3600000" scaled="0"/>
          </a:gradFill>
        </p:spPr>
        <p:txBody>
          <a:bodyPr lIns="72000" rIns="180000" bIns="180000" anchor="b"/>
          <a:lstStyle>
            <a:lvl1pPr algn="r">
              <a:lnSpc>
                <a:spcPts val="47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xmlns="" id="{C9980B88-3F4A-4688-9ED0-17EF37E62D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415413" y="5076572"/>
            <a:ext cx="4416587" cy="1421429"/>
          </a:xfrm>
          <a:solidFill>
            <a:schemeClr val="tx1">
              <a:alpha val="80000"/>
            </a:schemeClr>
          </a:solidFill>
          <a:ln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txBody>
          <a:bodyPr tIns="144000" rIns="468000"/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.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xmlns="" id="{CEB7A85F-8707-4B62-B299-F53931B861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48708" y="5540135"/>
            <a:ext cx="3396887" cy="196707"/>
          </a:xfrm>
        </p:spPr>
        <p:txBody>
          <a:bodyPr/>
          <a:lstStyle>
            <a:lvl1pPr marL="0" indent="0" algn="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Phone Number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xmlns="" id="{BA4C7E3C-7C17-46E9-928A-D3D505EEAA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48708" y="5809779"/>
            <a:ext cx="3396887" cy="196707"/>
          </a:xfrm>
        </p:spPr>
        <p:txBody>
          <a:bodyPr/>
          <a:lstStyle>
            <a:lvl1pPr marL="0" indent="0" algn="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xmlns="" id="{6ADD6EB2-7D8E-4991-87A6-02723731EB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48708" y="6079423"/>
            <a:ext cx="3396887" cy="196707"/>
          </a:xfrm>
        </p:spPr>
        <p:txBody>
          <a:bodyPr/>
          <a:lstStyle>
            <a:lvl1pPr marL="0" indent="0" algn="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Company Website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DBE77267-9F51-4226-989C-ED57465596ED}"/>
              </a:ext>
            </a:extLst>
          </p:cNvPr>
          <p:cNvSpPr/>
          <p:nvPr userDrawn="1"/>
        </p:nvSpPr>
        <p:spPr>
          <a:xfrm>
            <a:off x="0" y="6714000"/>
            <a:ext cx="12192000" cy="144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21000">
                <a:schemeClr val="tx1">
                  <a:lumMod val="75000"/>
                  <a:lumOff val="25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0A2CC678-341F-44F8-AE2E-A6C84D75C56A}"/>
              </a:ext>
            </a:extLst>
          </p:cNvPr>
          <p:cNvSpPr/>
          <p:nvPr userDrawn="1"/>
        </p:nvSpPr>
        <p:spPr>
          <a:xfrm>
            <a:off x="0" y="0"/>
            <a:ext cx="12192000" cy="144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72000">
                <a:schemeClr val="tx1">
                  <a:lumMod val="75000"/>
                  <a:lumOff val="2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A87A001A-FE8B-41CE-AC81-69D4A2339087}"/>
              </a:ext>
            </a:extLst>
          </p:cNvPr>
          <p:cNvSpPr/>
          <p:nvPr userDrawn="1"/>
        </p:nvSpPr>
        <p:spPr>
          <a:xfrm>
            <a:off x="0" y="92074"/>
            <a:ext cx="144000" cy="6629401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72000">
                <a:schemeClr val="tx1">
                  <a:lumMod val="75000"/>
                  <a:lumOff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CB1416AC-94BD-4442-B771-E1ACAA70367E}"/>
              </a:ext>
            </a:extLst>
          </p:cNvPr>
          <p:cNvSpPr/>
          <p:nvPr userDrawn="1"/>
        </p:nvSpPr>
        <p:spPr>
          <a:xfrm>
            <a:off x="12048000" y="92074"/>
            <a:ext cx="144000" cy="6629401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7200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xmlns="" id="{BDB31DC4-A207-4A23-8E7A-40D0ECD04FD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6000 w 12192000"/>
              <a:gd name="connsiteY0" fmla="*/ 36000 h 6858000"/>
              <a:gd name="connsiteX1" fmla="*/ 36000 w 12192000"/>
              <a:gd name="connsiteY1" fmla="*/ 6822000 h 6858000"/>
              <a:gd name="connsiteX2" fmla="*/ 12156000 w 12192000"/>
              <a:gd name="connsiteY2" fmla="*/ 6822000 h 6858000"/>
              <a:gd name="connsiteX3" fmla="*/ 12156000 w 12192000"/>
              <a:gd name="connsiteY3" fmla="*/ 36000 h 6858000"/>
              <a:gd name="connsiteX4" fmla="*/ 0 w 12192000"/>
              <a:gd name="connsiteY4" fmla="*/ 0 h 6858000"/>
              <a:gd name="connsiteX5" fmla="*/ 36000 w 12192000"/>
              <a:gd name="connsiteY5" fmla="*/ 0 h 6858000"/>
              <a:gd name="connsiteX6" fmla="*/ 12156000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36000 h 6858000"/>
              <a:gd name="connsiteX9" fmla="*/ 12192000 w 12192000"/>
              <a:gd name="connsiteY9" fmla="*/ 6822000 h 6858000"/>
              <a:gd name="connsiteX10" fmla="*/ 12192000 w 12192000"/>
              <a:gd name="connsiteY10" fmla="*/ 6858000 h 6858000"/>
              <a:gd name="connsiteX11" fmla="*/ 12156000 w 12192000"/>
              <a:gd name="connsiteY11" fmla="*/ 6858000 h 6858000"/>
              <a:gd name="connsiteX12" fmla="*/ 36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6822000 h 6858000"/>
              <a:gd name="connsiteX15" fmla="*/ 0 w 12192000"/>
              <a:gd name="connsiteY15" fmla="*/ 36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0" h="6858000">
                <a:moveTo>
                  <a:pt x="36000" y="36000"/>
                </a:moveTo>
                <a:lnTo>
                  <a:pt x="36000" y="6822000"/>
                </a:lnTo>
                <a:lnTo>
                  <a:pt x="12156000" y="6822000"/>
                </a:lnTo>
                <a:lnTo>
                  <a:pt x="12156000" y="36000"/>
                </a:lnTo>
                <a:close/>
                <a:moveTo>
                  <a:pt x="0" y="0"/>
                </a:moveTo>
                <a:lnTo>
                  <a:pt x="36000" y="0"/>
                </a:lnTo>
                <a:lnTo>
                  <a:pt x="12156000" y="0"/>
                </a:lnTo>
                <a:lnTo>
                  <a:pt x="12192000" y="0"/>
                </a:lnTo>
                <a:lnTo>
                  <a:pt x="12192000" y="36000"/>
                </a:lnTo>
                <a:lnTo>
                  <a:pt x="12192000" y="6822000"/>
                </a:lnTo>
                <a:lnTo>
                  <a:pt x="12192000" y="6858000"/>
                </a:lnTo>
                <a:lnTo>
                  <a:pt x="12156000" y="6858000"/>
                </a:lnTo>
                <a:lnTo>
                  <a:pt x="36000" y="6858000"/>
                </a:lnTo>
                <a:lnTo>
                  <a:pt x="0" y="6858000"/>
                </a:lnTo>
                <a:lnTo>
                  <a:pt x="0" y="6822000"/>
                </a:lnTo>
                <a:lnTo>
                  <a:pt x="0" y="3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xmlns="" id="{94054031-2BEC-4DA9-90C3-616D2D61AB8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43550" y="5233270"/>
            <a:ext cx="3396887" cy="196707"/>
          </a:xfrm>
        </p:spPr>
        <p:txBody>
          <a:bodyPr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Full Name</a:t>
            </a:r>
          </a:p>
        </p:txBody>
      </p:sp>
    </p:spTree>
    <p:extLst>
      <p:ext uri="{BB962C8B-B14F-4D97-AF65-F5344CB8AC3E}">
        <p14:creationId xmlns:p14="http://schemas.microsoft.com/office/powerpoint/2010/main" val="1606844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456F629-658F-4B7E-A1D1-2522EA76B0D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xmlns="" id="{35380A33-49FB-43FC-B60E-34A2E5556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D0F16635-76F3-45F7-9385-A99504D2B901}"/>
              </a:ext>
            </a:extLst>
          </p:cNvPr>
          <p:cNvSpPr>
            <a:spLocks noGrp="1"/>
          </p:cNvSpPr>
          <p:nvPr>
            <p:ph idx="34"/>
          </p:nvPr>
        </p:nvSpPr>
        <p:spPr>
          <a:xfrm>
            <a:off x="431999" y="1008000"/>
            <a:ext cx="11339999" cy="4881523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F449EF3-C757-4F43-906C-DE0FF6262B2F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xmlns="" id="{216924A5-8BD5-4AC6-84B9-2F1A4AFCF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xmlns="" id="{70C8E421-28C0-4976-A17C-22789B6F3B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008000"/>
            <a:ext cx="5505225" cy="5168963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xmlns="" id="{7AFEAA85-DD59-4B9B-B080-3368277EF6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008000"/>
            <a:ext cx="5587800" cy="5168963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F449EF3-C757-4F43-906C-DE0FF6262B2F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xmlns="" id="{216924A5-8BD5-4AC6-84B9-2F1A4AFCF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xmlns="" id="{1EAE3C73-B1A9-4A3B-8DD2-5A34920790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08000"/>
            <a:ext cx="5599800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xmlns="" id="{53A52FEF-F917-4982-9855-43A0DF5DA6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75912"/>
            <a:ext cx="5599800" cy="4213751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xmlns="" id="{DC1CA8AB-B7BE-4C9F-9A0A-C849A35AA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008000"/>
            <a:ext cx="5565575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xmlns="" id="{7B0DF164-9487-4D3F-BA7D-E273D7F5A2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1975912"/>
            <a:ext cx="5565575" cy="4213751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3079216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xmlns="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3600000" cy="4679250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xmlns="" id="{684F2FFD-7164-411A-96A5-A5211A6CA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xmlns="" id="{34E38C26-A932-4007-84B1-21C1D9744A76}"/>
              </a:ext>
            </a:extLst>
          </p:cNvPr>
          <p:cNvSpPr>
            <a:spLocks noGrp="1"/>
          </p:cNvSpPr>
          <p:nvPr>
            <p:ph idx="33"/>
          </p:nvPr>
        </p:nvSpPr>
        <p:spPr>
          <a:xfrm>
            <a:off x="4302000" y="1512000"/>
            <a:ext cx="3600000" cy="4679250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xmlns="" id="{FA87EF18-D404-4A92-BE37-7AC9B7223D51}"/>
              </a:ext>
            </a:extLst>
          </p:cNvPr>
          <p:cNvSpPr>
            <a:spLocks noGrp="1"/>
          </p:cNvSpPr>
          <p:nvPr>
            <p:ph idx="34"/>
          </p:nvPr>
        </p:nvSpPr>
        <p:spPr>
          <a:xfrm>
            <a:off x="8172000" y="1512000"/>
            <a:ext cx="3600000" cy="4679250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xmlns="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2160000" cy="4679250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26412" y="1512000"/>
            <a:ext cx="2160588" cy="4679250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xmlns="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1412" y="1512000"/>
            <a:ext cx="2160588" cy="4679250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xmlns="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6412" y="1507535"/>
            <a:ext cx="2160588" cy="4679250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xmlns="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11412" y="1507535"/>
            <a:ext cx="2160588" cy="4683715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D8B3FD9-234A-4B72-9A91-D7DD23D39CD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xmlns="" id="{1FDBADDA-AF39-45A0-BBAB-A87608C0A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DBE77267-9F51-4226-989C-ED57465596ED}"/>
              </a:ext>
            </a:extLst>
          </p:cNvPr>
          <p:cNvSpPr/>
          <p:nvPr userDrawn="1"/>
        </p:nvSpPr>
        <p:spPr>
          <a:xfrm>
            <a:off x="0" y="6714000"/>
            <a:ext cx="12192000" cy="144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21000">
                <a:schemeClr val="tx1">
                  <a:lumMod val="75000"/>
                  <a:lumOff val="25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0A2CC678-341F-44F8-AE2E-A6C84D75C56A}"/>
              </a:ext>
            </a:extLst>
          </p:cNvPr>
          <p:cNvSpPr/>
          <p:nvPr userDrawn="1"/>
        </p:nvSpPr>
        <p:spPr>
          <a:xfrm>
            <a:off x="0" y="0"/>
            <a:ext cx="12192000" cy="144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72000">
                <a:schemeClr val="tx1">
                  <a:lumMod val="75000"/>
                  <a:lumOff val="2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A87A001A-FE8B-41CE-AC81-69D4A2339087}"/>
              </a:ext>
            </a:extLst>
          </p:cNvPr>
          <p:cNvSpPr/>
          <p:nvPr userDrawn="1"/>
        </p:nvSpPr>
        <p:spPr>
          <a:xfrm>
            <a:off x="0" y="92074"/>
            <a:ext cx="144000" cy="6629401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72000">
                <a:schemeClr val="tx1">
                  <a:lumMod val="75000"/>
                  <a:lumOff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CB1416AC-94BD-4442-B771-E1ACAA70367E}"/>
              </a:ext>
            </a:extLst>
          </p:cNvPr>
          <p:cNvSpPr/>
          <p:nvPr userDrawn="1"/>
        </p:nvSpPr>
        <p:spPr>
          <a:xfrm>
            <a:off x="12048000" y="92074"/>
            <a:ext cx="144000" cy="6629401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7200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xmlns="" id="{BDB31DC4-A207-4A23-8E7A-40D0ECD04FD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6000 w 12192000"/>
              <a:gd name="connsiteY0" fmla="*/ 36000 h 6858000"/>
              <a:gd name="connsiteX1" fmla="*/ 36000 w 12192000"/>
              <a:gd name="connsiteY1" fmla="*/ 6822000 h 6858000"/>
              <a:gd name="connsiteX2" fmla="*/ 12156000 w 12192000"/>
              <a:gd name="connsiteY2" fmla="*/ 6822000 h 6858000"/>
              <a:gd name="connsiteX3" fmla="*/ 12156000 w 12192000"/>
              <a:gd name="connsiteY3" fmla="*/ 36000 h 6858000"/>
              <a:gd name="connsiteX4" fmla="*/ 0 w 12192000"/>
              <a:gd name="connsiteY4" fmla="*/ 0 h 6858000"/>
              <a:gd name="connsiteX5" fmla="*/ 36000 w 12192000"/>
              <a:gd name="connsiteY5" fmla="*/ 0 h 6858000"/>
              <a:gd name="connsiteX6" fmla="*/ 12156000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36000 h 6858000"/>
              <a:gd name="connsiteX9" fmla="*/ 12192000 w 12192000"/>
              <a:gd name="connsiteY9" fmla="*/ 6822000 h 6858000"/>
              <a:gd name="connsiteX10" fmla="*/ 12192000 w 12192000"/>
              <a:gd name="connsiteY10" fmla="*/ 6858000 h 6858000"/>
              <a:gd name="connsiteX11" fmla="*/ 12156000 w 12192000"/>
              <a:gd name="connsiteY11" fmla="*/ 6858000 h 6858000"/>
              <a:gd name="connsiteX12" fmla="*/ 36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6822000 h 6858000"/>
              <a:gd name="connsiteX15" fmla="*/ 0 w 12192000"/>
              <a:gd name="connsiteY15" fmla="*/ 36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0" h="6858000">
                <a:moveTo>
                  <a:pt x="36000" y="36000"/>
                </a:moveTo>
                <a:lnTo>
                  <a:pt x="36000" y="6822000"/>
                </a:lnTo>
                <a:lnTo>
                  <a:pt x="12156000" y="6822000"/>
                </a:lnTo>
                <a:lnTo>
                  <a:pt x="12156000" y="36000"/>
                </a:lnTo>
                <a:close/>
                <a:moveTo>
                  <a:pt x="0" y="0"/>
                </a:moveTo>
                <a:lnTo>
                  <a:pt x="36000" y="0"/>
                </a:lnTo>
                <a:lnTo>
                  <a:pt x="12156000" y="0"/>
                </a:lnTo>
                <a:lnTo>
                  <a:pt x="12192000" y="0"/>
                </a:lnTo>
                <a:lnTo>
                  <a:pt x="12192000" y="36000"/>
                </a:lnTo>
                <a:lnTo>
                  <a:pt x="12192000" y="6822000"/>
                </a:lnTo>
                <a:lnTo>
                  <a:pt x="12192000" y="6858000"/>
                </a:lnTo>
                <a:lnTo>
                  <a:pt x="12156000" y="6858000"/>
                </a:lnTo>
                <a:lnTo>
                  <a:pt x="36000" y="6858000"/>
                </a:lnTo>
                <a:lnTo>
                  <a:pt x="0" y="6858000"/>
                </a:lnTo>
                <a:lnTo>
                  <a:pt x="0" y="6822000"/>
                </a:lnTo>
                <a:lnTo>
                  <a:pt x="0" y="3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359999"/>
            <a:ext cx="4416588" cy="5321927"/>
          </a:xfrm>
          <a:gradFill>
            <a:gsLst>
              <a:gs pos="0">
                <a:schemeClr val="tx1">
                  <a:lumMod val="75000"/>
                  <a:lumOff val="25000"/>
                  <a:alpha val="70000"/>
                </a:schemeClr>
              </a:gs>
              <a:gs pos="80000">
                <a:schemeClr val="tx1"/>
              </a:gs>
            </a:gsLst>
            <a:lin ang="3600000" scaled="0"/>
          </a:gradFill>
        </p:spPr>
        <p:txBody>
          <a:bodyPr lIns="72000" rIns="180000" bIns="180000" anchor="b"/>
          <a:lstStyle>
            <a:lvl1pPr algn="r">
              <a:lnSpc>
                <a:spcPts val="47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9999" y="5681926"/>
            <a:ext cx="4416587" cy="816075"/>
          </a:xfrm>
          <a:solidFill>
            <a:schemeClr val="tx1">
              <a:alpha val="80000"/>
            </a:schemeClr>
          </a:solidFill>
          <a:ln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txBody>
          <a:bodyPr tIns="144000" rIns="180000"/>
          <a:lstStyle>
            <a:lvl1pPr marL="0" indent="0" algn="r">
              <a:buNone/>
              <a:defRPr sz="18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245643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0" y="2438399"/>
            <a:ext cx="5385600" cy="3044399"/>
          </a:xfrm>
          <a:gradFill>
            <a:gsLst>
              <a:gs pos="83186">
                <a:schemeClr val="tx1"/>
              </a:gs>
              <a:gs pos="0">
                <a:schemeClr val="accent1">
                  <a:alpha val="50000"/>
                </a:schemeClr>
              </a:gs>
              <a:gs pos="46000">
                <a:schemeClr val="accent1">
                  <a:lumMod val="50000"/>
                  <a:alpha val="90000"/>
                </a:schemeClr>
              </a:gs>
            </a:gsLst>
            <a:lin ang="3600000" scaled="0"/>
          </a:gradFill>
        </p:spPr>
        <p:txBody>
          <a:bodyPr lIns="72000" tIns="180000" rIns="180000" bIns="0" anchor="t"/>
          <a:lstStyle>
            <a:lvl1pPr algn="r">
              <a:lnSpc>
                <a:spcPts val="47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segue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8971" y="4479264"/>
            <a:ext cx="2851629" cy="749534"/>
          </a:xfrm>
          <a:solidFill>
            <a:schemeClr val="tx1">
              <a:alpha val="80000"/>
            </a:schemeClr>
          </a:solidFill>
          <a:ln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accent1"/>
                </a:gs>
              </a:gsLst>
              <a:lin ang="10800000" scaled="0"/>
            </a:gradFill>
          </a:ln>
        </p:spPr>
        <p:txBody>
          <a:bodyPr tIns="144000" rIns="180000"/>
          <a:lstStyle>
            <a:lvl1pPr marL="0" indent="0" algn="r">
              <a:buNone/>
              <a:defRPr sz="18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CB24018-690B-4552-9994-3F090E16014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4D8B2323-066D-4AC1-9FC8-A06D7E8B581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758493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CB24018-690B-4552-9994-3F090E16014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4D8B2323-066D-4AC1-9FC8-A06D7E8B581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F30A9B71-A789-4057-B729-15D78CF34E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5601" y="3263898"/>
            <a:ext cx="4840085" cy="1626013"/>
          </a:xfrm>
          <a:gradFill>
            <a:gsLst>
              <a:gs pos="0">
                <a:schemeClr val="tx1">
                  <a:lumMod val="75000"/>
                  <a:lumOff val="25000"/>
                  <a:alpha val="70000"/>
                </a:schemeClr>
              </a:gs>
              <a:gs pos="80000">
                <a:schemeClr val="tx1"/>
              </a:gs>
            </a:gsLst>
            <a:lin ang="3600000" scaled="0"/>
          </a:gradFill>
        </p:spPr>
        <p:txBody>
          <a:bodyPr lIns="72000" rIns="180000" bIns="180000" anchor="b"/>
          <a:lstStyle>
            <a:lvl1pPr algn="r">
              <a:lnSpc>
                <a:spcPts val="47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Slide Title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xmlns="" id="{4EF269EA-6AE9-449D-BE5A-03758EA88D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5601" y="4889910"/>
            <a:ext cx="4840085" cy="816077"/>
          </a:xfrm>
          <a:solidFill>
            <a:schemeClr val="tx1">
              <a:alpha val="80000"/>
            </a:schemeClr>
          </a:solidFill>
          <a:ln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txBody>
          <a:bodyPr vert="horz" lIns="0" tIns="144000" rIns="91440" bIns="0" rtlCol="0">
            <a:noAutofit/>
          </a:bodyPr>
          <a:lstStyle>
            <a:lvl1pPr marL="0" indent="0" algn="r">
              <a:buNone/>
              <a:defRPr lang="en-US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266700" lvl="0" indent="-266700" algn="r"/>
            <a:r>
              <a:rPr lang="en-US" noProof="0" smtClean="0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xmlns="" id="{A473F491-E8FD-4CBC-84E6-5139D5161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8" y="651641"/>
            <a:ext cx="5472001" cy="5054346"/>
          </a:xfrm>
        </p:spPr>
        <p:txBody>
          <a:bodyPr anchor="b" anchorCtr="0"/>
          <a:lstStyle>
            <a:lvl1pPr>
              <a:defRPr sz="2000"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 sz="1800"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 sz="1600"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 sz="1400"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 sz="1400">
                <a:solidFill>
                  <a:schemeClr val="bg1">
                    <a:lumMod val="75000"/>
                  </a:schemeClr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3678833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CB24018-690B-4552-9994-3F090E16014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4D8B2323-066D-4AC1-9FC8-A06D7E8B581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F30A9B71-A789-4057-B729-15D78CF34E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5601" y="3263898"/>
            <a:ext cx="4840085" cy="1626013"/>
          </a:xfrm>
          <a:gradFill>
            <a:gsLst>
              <a:gs pos="0">
                <a:schemeClr val="tx1">
                  <a:lumMod val="75000"/>
                  <a:lumOff val="25000"/>
                  <a:alpha val="70000"/>
                </a:schemeClr>
              </a:gs>
              <a:gs pos="80000">
                <a:schemeClr val="tx1"/>
              </a:gs>
            </a:gsLst>
            <a:lin ang="3600000" scaled="0"/>
          </a:gradFill>
        </p:spPr>
        <p:txBody>
          <a:bodyPr lIns="72000" rIns="180000" bIns="180000" anchor="b"/>
          <a:lstStyle>
            <a:lvl1pPr algn="r">
              <a:lnSpc>
                <a:spcPts val="47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Slide Title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xmlns="" id="{AC12A5E3-4178-4927-9321-CCDE04B7D2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5601" y="4889911"/>
            <a:ext cx="4840085" cy="816076"/>
          </a:xfrm>
          <a:solidFill>
            <a:schemeClr val="tx1">
              <a:alpha val="80000"/>
            </a:schemeClr>
          </a:solidFill>
          <a:ln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txBody>
          <a:bodyPr vert="horz" lIns="0" tIns="144000" rIns="91440" bIns="0" rtlCol="0">
            <a:noAutofit/>
          </a:bodyPr>
          <a:lstStyle>
            <a:lvl1pPr marL="0" indent="0" algn="r">
              <a:buNone/>
              <a:defRPr lang="en-US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266700" lvl="0" indent="-266700" algn="r"/>
            <a:r>
              <a:rPr lang="en-US" noProof="0" smtClean="0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xmlns="" id="{73C2D913-09CE-4035-84E6-3144961151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5997" y="651641"/>
            <a:ext cx="5472002" cy="50543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263140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387D291-05F0-4DD7-A728-945B6C9F2382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xmlns="" id="{61A6105F-5309-4A56-AAF2-8D4A0477F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387D291-05F0-4DD7-A728-945B6C9F2382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xmlns="" id="{61A6105F-5309-4A56-AAF2-8D4A0477F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DF9F7BF0-5084-45F6-AF52-A3013D43946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718816" y="2673350"/>
            <a:ext cx="6754368" cy="1511300"/>
          </a:xfrm>
        </p:spPr>
        <p:txBody>
          <a:bodyPr anchor="ctr"/>
          <a:lstStyle>
            <a:lvl1pPr marL="0" indent="0" algn="ctr">
              <a:buNone/>
              <a:defRPr sz="4000"/>
            </a:lvl1pPr>
            <a:lvl2pPr marL="266700" indent="0">
              <a:buNone/>
              <a:defRPr/>
            </a:lvl2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954439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BDA9BE28-009E-4D88-9951-81B453F75A4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White"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C6726F2C-157B-477E-AD76-8F54126834C2}"/>
              </a:ext>
            </a:extLst>
          </p:cNvPr>
          <p:cNvSpPr/>
          <p:nvPr userDrawn="1"/>
        </p:nvSpPr>
        <p:spPr>
          <a:xfrm>
            <a:off x="0" y="6191250"/>
            <a:ext cx="12192000" cy="66675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21000">
                <a:schemeClr val="tx1">
                  <a:lumMod val="75000"/>
                  <a:lumOff val="25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/>
              <a:t>Click to edit page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11340000" cy="43775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474FB90F-5E6B-4508-96BB-939635D11AFF}"/>
              </a:ext>
            </a:extLst>
          </p:cNvPr>
          <p:cNvSpPr/>
          <p:nvPr userDrawn="1"/>
        </p:nvSpPr>
        <p:spPr>
          <a:xfrm>
            <a:off x="0" y="0"/>
            <a:ext cx="12192000" cy="144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72000">
                <a:schemeClr val="tx1">
                  <a:lumMod val="75000"/>
                  <a:lumOff val="2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774A1CB7-B157-440C-BA82-A62890EF3721}"/>
              </a:ext>
            </a:extLst>
          </p:cNvPr>
          <p:cNvSpPr/>
          <p:nvPr userDrawn="1"/>
        </p:nvSpPr>
        <p:spPr>
          <a:xfrm>
            <a:off x="0" y="92074"/>
            <a:ext cx="144000" cy="6629401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72000">
                <a:schemeClr val="tx1">
                  <a:lumMod val="75000"/>
                  <a:lumOff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EE5B1BAC-5CBE-4B0E-B0AA-1C05EBEE964E}"/>
              </a:ext>
            </a:extLst>
          </p:cNvPr>
          <p:cNvSpPr/>
          <p:nvPr userDrawn="1"/>
        </p:nvSpPr>
        <p:spPr>
          <a:xfrm>
            <a:off x="12048000" y="92074"/>
            <a:ext cx="144000" cy="6629401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7200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168BD16A-5998-4CCA-B0F2-62F67B639AF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6000 w 12192000"/>
              <a:gd name="connsiteY0" fmla="*/ 36000 h 6858000"/>
              <a:gd name="connsiteX1" fmla="*/ 36000 w 12192000"/>
              <a:gd name="connsiteY1" fmla="*/ 6822000 h 6858000"/>
              <a:gd name="connsiteX2" fmla="*/ 12156000 w 12192000"/>
              <a:gd name="connsiteY2" fmla="*/ 6822000 h 6858000"/>
              <a:gd name="connsiteX3" fmla="*/ 12156000 w 12192000"/>
              <a:gd name="connsiteY3" fmla="*/ 36000 h 6858000"/>
              <a:gd name="connsiteX4" fmla="*/ 0 w 12192000"/>
              <a:gd name="connsiteY4" fmla="*/ 0 h 6858000"/>
              <a:gd name="connsiteX5" fmla="*/ 36000 w 12192000"/>
              <a:gd name="connsiteY5" fmla="*/ 0 h 6858000"/>
              <a:gd name="connsiteX6" fmla="*/ 12156000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36000 h 6858000"/>
              <a:gd name="connsiteX9" fmla="*/ 12192000 w 12192000"/>
              <a:gd name="connsiteY9" fmla="*/ 6822000 h 6858000"/>
              <a:gd name="connsiteX10" fmla="*/ 12192000 w 12192000"/>
              <a:gd name="connsiteY10" fmla="*/ 6858000 h 6858000"/>
              <a:gd name="connsiteX11" fmla="*/ 12156000 w 12192000"/>
              <a:gd name="connsiteY11" fmla="*/ 6858000 h 6858000"/>
              <a:gd name="connsiteX12" fmla="*/ 36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6822000 h 6858000"/>
              <a:gd name="connsiteX15" fmla="*/ 0 w 12192000"/>
              <a:gd name="connsiteY15" fmla="*/ 36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0" h="6858000">
                <a:moveTo>
                  <a:pt x="36000" y="36000"/>
                </a:moveTo>
                <a:lnTo>
                  <a:pt x="36000" y="6822000"/>
                </a:lnTo>
                <a:lnTo>
                  <a:pt x="12156000" y="6822000"/>
                </a:lnTo>
                <a:lnTo>
                  <a:pt x="12156000" y="36000"/>
                </a:lnTo>
                <a:close/>
                <a:moveTo>
                  <a:pt x="0" y="0"/>
                </a:moveTo>
                <a:lnTo>
                  <a:pt x="36000" y="0"/>
                </a:lnTo>
                <a:lnTo>
                  <a:pt x="12156000" y="0"/>
                </a:lnTo>
                <a:lnTo>
                  <a:pt x="12192000" y="0"/>
                </a:lnTo>
                <a:lnTo>
                  <a:pt x="12192000" y="36000"/>
                </a:lnTo>
                <a:lnTo>
                  <a:pt x="12192000" y="6822000"/>
                </a:lnTo>
                <a:lnTo>
                  <a:pt x="12192000" y="6858000"/>
                </a:lnTo>
                <a:lnTo>
                  <a:pt x="12156000" y="6858000"/>
                </a:lnTo>
                <a:lnTo>
                  <a:pt x="36000" y="6858000"/>
                </a:lnTo>
                <a:lnTo>
                  <a:pt x="0" y="6858000"/>
                </a:lnTo>
                <a:lnTo>
                  <a:pt x="0" y="6822000"/>
                </a:lnTo>
                <a:lnTo>
                  <a:pt x="0" y="3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7425" y="6322399"/>
            <a:ext cx="370575" cy="36512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4000" y="6322399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B3839907-C37E-4F37-B9BB-92B4A49360E6}"/>
              </a:ext>
            </a:extLst>
          </p:cNvPr>
          <p:cNvSpPr txBox="1"/>
          <p:nvPr userDrawn="1"/>
        </p:nvSpPr>
        <p:spPr>
          <a:xfrm>
            <a:off x="10194026" y="6258973"/>
            <a:ext cx="1577974" cy="427535"/>
          </a:xfrm>
          <a:prstGeom prst="rect">
            <a:avLst/>
          </a:prstGeom>
          <a:noFill/>
        </p:spPr>
        <p:txBody>
          <a:bodyPr wrap="square" lIns="0" tIns="144000" rIns="0" bIns="0" rtlCol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US" sz="2000" b="1" spc="0" baseline="0" noProof="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Contoso</a:t>
            </a:r>
            <a:r>
              <a:rPr lang="en-US" sz="2000" b="1" spc="0" baseline="0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b="1" spc="0" baseline="0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0" i="1" spc="600" baseline="0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Suites</a:t>
            </a:r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65" r:id="rId4"/>
    <p:sldLayoutId id="2147483666" r:id="rId5"/>
    <p:sldLayoutId id="2147483673" r:id="rId6"/>
    <p:sldLayoutId id="2147483659" r:id="rId7"/>
    <p:sldLayoutId id="2147483660" r:id="rId8"/>
    <p:sldLayoutId id="2147483664" r:id="rId9"/>
    <p:sldLayoutId id="2147483650" r:id="rId10"/>
    <p:sldLayoutId id="2147483652" r:id="rId11"/>
    <p:sldLayoutId id="2147483671" r:id="rId12"/>
    <p:sldLayoutId id="2147483656" r:id="rId13"/>
    <p:sldLayoutId id="2147483657" r:id="rId14"/>
    <p:sldLayoutId id="2147483667" r:id="rId15"/>
    <p:sldLayoutId id="2147483668" r:id="rId16"/>
    <p:sldLayoutId id="2147483669" r:id="rId17"/>
    <p:sldLayoutId id="2147483672" r:id="rId18"/>
    <p:sldLayoutId id="2147483654" r:id="rId19"/>
    <p:sldLayoutId id="2147483674" r:id="rId20"/>
    <p:sldLayoutId id="2147483655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Rockwell" panose="02060603020205020403" pitchFamily="18" charset="0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o.microsoft.com/fwlink/?linkid=2006808&amp;clcid=0x409" TargetMode="Externa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Black wood grain" title="Black wood grain">
            <a:extLst>
              <a:ext uri="{FF2B5EF4-FFF2-40B4-BE49-F238E27FC236}">
                <a16:creationId xmlns:a16="http://schemas.microsoft.com/office/drawing/2014/main" xmlns="" id="{1DFA8E42-E4CC-4EE9-BE99-2FFA2EC79C2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tretch>
            <a:fillRect/>
          </a:stretch>
        </p:blipFill>
        <p:spPr>
          <a:xfrm>
            <a:off x="144000" y="146383"/>
            <a:ext cx="11905200" cy="6565233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xmlns="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000" y="146383"/>
            <a:ext cx="11905200" cy="1758617"/>
          </a:xfrm>
        </p:spPr>
        <p:txBody>
          <a:bodyPr/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Property Rental, Maintenance &amp; Amenity Management Platform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xmlns="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9999" y="2146300"/>
            <a:ext cx="11425601" cy="4377101"/>
          </a:xfrm>
          <a:ln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txBody>
          <a:bodyPr/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 : Ajay Kathi N</a:t>
            </a:r>
          </a:p>
          <a:p>
            <a:r>
              <a:rPr lang="en-IN" sz="2000" dirty="0"/>
              <a:t>Internship </a:t>
            </a:r>
            <a:r>
              <a:rPr lang="en-IN" sz="2000" dirty="0" smtClean="0"/>
              <a:t>Role </a:t>
            </a:r>
            <a:r>
              <a:rPr lang="en-IN" sz="2000" dirty="0"/>
              <a:t>: Full </a:t>
            </a:r>
            <a:r>
              <a:rPr lang="en-IN" sz="2000" dirty="0" smtClean="0"/>
              <a:t>Stack Web </a:t>
            </a:r>
            <a:r>
              <a:rPr lang="en-IN" sz="2000" dirty="0"/>
              <a:t>Developer </a:t>
            </a:r>
            <a:r>
              <a:rPr lang="en-IN" sz="2000" dirty="0" smtClean="0"/>
              <a:t>Intern</a:t>
            </a:r>
          </a:p>
          <a:p>
            <a:r>
              <a:rPr lang="en-IN" sz="2000" dirty="0"/>
              <a:t>Company </a:t>
            </a:r>
            <a:r>
              <a:rPr lang="en-IN" sz="2000" dirty="0" smtClean="0"/>
              <a:t>Name : Unified Mentor</a:t>
            </a:r>
          </a:p>
          <a:p>
            <a:r>
              <a:rPr lang="en-IN" sz="2000" dirty="0" smtClean="0"/>
              <a:t>Duration : January 2026 – April 2026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9961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 descr="Single firework from center" title="Single firework from center">
            <a:extLst>
              <a:ext uri="{FF2B5EF4-FFF2-40B4-BE49-F238E27FC236}">
                <a16:creationId xmlns:a16="http://schemas.microsoft.com/office/drawing/2014/main" xmlns="" id="{34930B1C-247A-4883-98E4-9A2A3441ED2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tretch>
            <a:fillRect/>
          </a:stretch>
        </p:blipFill>
        <p:spPr>
          <a:xfrm>
            <a:off x="146853" y="144000"/>
            <a:ext cx="11899494" cy="6060155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xmlns="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853" y="144000"/>
            <a:ext cx="11899493" cy="1037100"/>
          </a:xfrm>
        </p:spPr>
        <p:txBody>
          <a:bodyPr/>
          <a:lstStyle/>
          <a:p>
            <a:pPr algn="ctr"/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Unified Mentor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xmlns="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853" y="1371600"/>
            <a:ext cx="11899493" cy="4832555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Unified Mentor Provide Courses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Web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, Data Science , Data Analyst , Digital Marketing , Machine learning , UI/UX Designer , Graphic Design. Also Offers Fellowship Like Full Stack Development , Frontend Development , Backend development 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, UI/UX Designer , Data Science , Digital Marketing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Analyst ,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Analyst ,  Financial Analyst.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Unified Mentor, we </a:t>
            </a:r>
            <a:r>
              <a:rPr lang="en-US" sz="2400" dirty="0"/>
              <a:t>focus on delivering career-focused courses that help you gain practical skills and land real jobs quickly. Learn the skills employers are looking for and accelerate your career growth today</a:t>
            </a:r>
            <a:r>
              <a:rPr lang="en-US" sz="2400" dirty="0" smtClean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 have Join  this online Internship program as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full Stack 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Developer.</a:t>
            </a:r>
          </a:p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DD5A594-D852-43BB-B591-E9D9027253B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grayWhite">
          <a:xfrm>
            <a:off x="11677425" y="6322399"/>
            <a:ext cx="370575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674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 descr="Chalk board texture with nothing written on it" title="Chalk board texture with nothing written on it">
            <a:extLst>
              <a:ext uri="{FF2B5EF4-FFF2-40B4-BE49-F238E27FC236}">
                <a16:creationId xmlns:a16="http://schemas.microsoft.com/office/drawing/2014/main" xmlns="" id="{7995DD33-258D-4E3B-8A80-CB864DD5F34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tretch>
            <a:fillRect/>
          </a:stretch>
        </p:blipFill>
        <p:spPr>
          <a:xfrm>
            <a:off x="146853" y="144000"/>
            <a:ext cx="11899494" cy="6060155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xmlns="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853" y="144001"/>
            <a:ext cx="11899494" cy="998999"/>
          </a:xfrm>
        </p:spPr>
        <p:txBody>
          <a:bodyPr/>
          <a:lstStyle/>
          <a:p>
            <a:pPr algn="ctr"/>
            <a:r>
              <a:rPr lang="en-US" dirty="0" smtClean="0"/>
              <a:t> 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 Role 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Responsibilities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xmlns="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853" y="1261244"/>
            <a:ext cx="11899494" cy="4942912"/>
          </a:xfrm>
        </p:spPr>
        <p:txBody>
          <a:bodyPr/>
          <a:lstStyle/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 A Full Stack Developer Intern I Have to Create a website that is assigned By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Unifiedmentor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 Have To Create Or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frontend using React.js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REST APIs using Node.js &amp; Express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MongoDB schemas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role-based authentication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DD5A594-D852-43BB-B591-E9D9027253B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grayWhite"/>
        <p:txBody>
          <a:bodyPr/>
          <a:lstStyle/>
          <a:p>
            <a:fld id="{19B51A1E-902D-48AF-9020-955120F399B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918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 bwMode="grayWhite"/>
        <p:txBody>
          <a:bodyPr/>
          <a:lstStyle/>
          <a:p>
            <a:fld id="{19B51A1E-902D-48AF-9020-955120F399B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09" y="154745"/>
            <a:ext cx="11645391" cy="709255"/>
          </a:xfrm>
        </p:spPr>
        <p:txBody>
          <a:bodyPr/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4"/>
          </p:nvPr>
        </p:nvSpPr>
        <p:spPr>
          <a:xfrm>
            <a:off x="126609" y="1167617"/>
            <a:ext cx="11921391" cy="4994031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maintenance tracking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visibility of request status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Miscommunication between tenants and owners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Amenity booking conflicts due to untracked schedules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challenges result in delays, confusion, and inefficient property management.</a:t>
            </a:r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746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polygon architecture" title="Abstract polygon architecture">
            <a:extLst>
              <a:ext uri="{FF2B5EF4-FFF2-40B4-BE49-F238E27FC236}">
                <a16:creationId xmlns:a16="http://schemas.microsoft.com/office/drawing/2014/main" xmlns="" id="{7FF3C627-08E1-4680-A166-134CAC4F434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tretch>
            <a:fillRect/>
          </a:stretch>
        </p:blipFill>
        <p:spPr>
          <a:xfrm>
            <a:off x="144000" y="147229"/>
            <a:ext cx="5280100" cy="6053696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3560F281-4FF6-4617-A809-AC9C15ECF1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/ Goal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xmlns="" id="{B3B7D2F0-D16B-4916-87C1-9B29D9E765C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424100" y="147229"/>
            <a:ext cx="6623900" cy="6053696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Objectives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 rental, maintenance, and amenity-related information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real-time tracking of maintenance requests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transparency between tenants and property owners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double booking and conflicts for shared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amenities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	Secondary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 a simple, responsive, and intuitive user interface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learners with hands-on experience in building a real-time property management system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 the foundation for scalable property management solutions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C554D9F-1895-486E-BFBA-905BB2D29E0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grayWhite"/>
        <p:txBody>
          <a:bodyPr/>
          <a:lstStyle/>
          <a:p>
            <a:fld id="{19B51A1E-902D-48AF-9020-955120F399B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159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00" y="127000"/>
            <a:ext cx="11606900" cy="737000"/>
          </a:xfrm>
        </p:spPr>
        <p:txBody>
          <a:bodyPr/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Users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26A87885-D672-4CF9-A78D-CFE98385B0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5099" y="864000"/>
            <a:ext cx="11882901" cy="5308200"/>
          </a:xfrm>
        </p:spPr>
        <p:txBody>
          <a:bodyPr/>
          <a:lstStyle/>
          <a:p>
            <a:pPr marL="342900" indent="-342900" algn="just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all properties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Approve or reject property listings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users (Owner, Tenant, Staff)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staff for maintenance tasks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complaints and system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activity</a:t>
            </a:r>
          </a:p>
          <a:p>
            <a:pPr marL="0" indent="0" algn="just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  Owner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and manage properties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property details (price, amenities, images)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bookings and tenant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details</a:t>
            </a:r>
          </a:p>
          <a:p>
            <a:pPr marL="0" indent="0" algn="just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  Tenant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 and book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 bwMode="grayWhite">
          <a:xfrm>
            <a:off x="11677425" y="6322399"/>
            <a:ext cx="370575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837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165100" y="114300"/>
            <a:ext cx="11606900" cy="749700"/>
          </a:xfrm>
        </p:spPr>
        <p:txBody>
          <a:bodyPr/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Users</a:t>
            </a:r>
            <a:endParaRPr lang="en-IN" sz="4400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4"/>
          </p:nvPr>
        </p:nvSpPr>
        <p:spPr>
          <a:xfrm>
            <a:off x="165100" y="990600"/>
            <a:ext cx="11882900" cy="5156200"/>
          </a:xfrm>
        </p:spPr>
        <p:txBody>
          <a:bodyPr/>
          <a:lstStyle/>
          <a:p>
            <a:pPr algn="just"/>
            <a:endParaRPr 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Book amenities (gym, hall, etc.)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Raise complaints or maintenance 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requests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Track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complaint status</a:t>
            </a:r>
            <a:r>
              <a:rPr lang="en-I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4. Staff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View assigned maintenance tasks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Update task status (Pending → In Progress → Completed)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Resolve tenant complaints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Report work updates to Admin</a:t>
            </a:r>
          </a:p>
          <a:p>
            <a:pPr algn="just"/>
            <a:endParaRPr lang="en-I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553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night sky of stars from a lake with snowy mountains in a distance" title="night sky of stars from a lake with snowy mountains in a distance">
            <a:extLst>
              <a:ext uri="{FF2B5EF4-FFF2-40B4-BE49-F238E27FC236}">
                <a16:creationId xmlns:a16="http://schemas.microsoft.com/office/drawing/2014/main" xmlns="" id="{6F46B4AA-6EFC-4D15-AB45-03C3B131FCD7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tretch>
            <a:fillRect/>
          </a:stretch>
        </p:blipFill>
        <p:spPr>
          <a:xfrm>
            <a:off x="146743" y="143999"/>
            <a:ext cx="11899714" cy="6047999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3B86E961-B76E-423F-995E-11B31E9214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6743" y="864000"/>
            <a:ext cx="11899714" cy="532799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 Listing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Rent Management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Staff Assignment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Amenities Management (gym,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Wi-Fi,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etc.)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0202D98-AA1E-41BB-B94E-180311759C1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xmlns="" id="{F5A5EAFE-3C50-4D2D-8BF5-70AFB2F35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743" y="143999"/>
            <a:ext cx="11625257" cy="720001"/>
          </a:xfrm>
        </p:spPr>
        <p:txBody>
          <a:bodyPr/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Overview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5219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 descr="Moving fast through a curved tunnel" title="Moving fast through a curved tunnel">
            <a:extLst>
              <a:ext uri="{FF2B5EF4-FFF2-40B4-BE49-F238E27FC236}">
                <a16:creationId xmlns:a16="http://schemas.microsoft.com/office/drawing/2014/main" xmlns="" id="{8F627737-7D1C-4923-A8FA-20DF09D0A29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23" b="23"/>
          <a:stretch>
            <a:fillRect/>
          </a:stretch>
        </p:blipFill>
        <p:spPr/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xmlns="" id="{0C7833EF-F2FC-4C18-9E89-7491D88CF2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000" y="144000"/>
            <a:ext cx="11688000" cy="859300"/>
          </a:xfrm>
        </p:spPr>
        <p:txBody>
          <a:bodyPr/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44001" y="1003300"/>
            <a:ext cx="11688000" cy="5710700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 React.js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Backend: Node.js + Express.js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 MongoDB</a:t>
            </a:r>
          </a:p>
        </p:txBody>
      </p:sp>
    </p:spTree>
    <p:extLst>
      <p:ext uri="{BB962C8B-B14F-4D97-AF65-F5344CB8AC3E}">
        <p14:creationId xmlns:p14="http://schemas.microsoft.com/office/powerpoint/2010/main" val="4153678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139700"/>
            <a:ext cx="11899900" cy="812800"/>
          </a:xfrm>
        </p:spPr>
        <p:txBody>
          <a:bodyPr/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hlinkClick r:id="rId2"/>
            <a:extLst>
              <a:ext uri="{FF2B5EF4-FFF2-40B4-BE49-F238E27FC236}">
                <a16:creationId xmlns:a16="http://schemas.microsoft.com/office/drawing/2014/main" xmlns="" id="{5FC6C278-4035-446A-A94B-030E792FDDF5}"/>
              </a:ext>
            </a:extLst>
          </p:cNvPr>
          <p:cNvSpPr txBox="1"/>
          <p:nvPr/>
        </p:nvSpPr>
        <p:spPr>
          <a:xfrm>
            <a:off x="139700" y="952500"/>
            <a:ext cx="116967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400" u="sng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Properties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Amenity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Bookings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u="sng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Amenity Booking</a:t>
            </a:r>
            <a:endParaRPr lang="en-US" sz="2400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u="sng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Maintenance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u="sng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Notification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u="sng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 Request</a:t>
            </a:r>
            <a:endParaRPr lang="en-US" sz="2400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82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39700" y="101600"/>
            <a:ext cx="11632300" cy="762400"/>
          </a:xfrm>
        </p:spPr>
        <p:txBody>
          <a:bodyPr/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Screens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400" y="1270400"/>
            <a:ext cx="10058400" cy="48920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55850" y="901068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chemeClr val="bg1"/>
                </a:solidFill>
              </a:rPr>
              <a:t>Features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915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4300" y="101600"/>
            <a:ext cx="11657700" cy="762400"/>
          </a:xfrm>
        </p:spPr>
        <p:txBody>
          <a:bodyPr/>
          <a:lstStyle/>
          <a:p>
            <a:pPr algn="ctr"/>
            <a:r>
              <a:rPr lang="en-IN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UI Screens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325" y="1321200"/>
            <a:ext cx="10058400" cy="48473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150" y="951868"/>
            <a:ext cx="119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chemeClr val="bg1"/>
                </a:solidFill>
              </a:rPr>
              <a:t>Contact Us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3834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4300" y="101600"/>
            <a:ext cx="11657700" cy="762400"/>
          </a:xfrm>
        </p:spPr>
        <p:txBody>
          <a:bodyPr/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Screens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426653"/>
            <a:ext cx="10058400" cy="47648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150" y="951868"/>
            <a:ext cx="931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chemeClr val="bg1"/>
                </a:solidFill>
              </a:rPr>
              <a:t>Register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208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01600" y="101600"/>
            <a:ext cx="11670400" cy="762400"/>
          </a:xfrm>
        </p:spPr>
        <p:txBody>
          <a:bodyPr/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Screens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00" y="1317430"/>
            <a:ext cx="9766300" cy="46918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150" y="951868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chemeClr val="bg1"/>
                </a:solidFill>
              </a:rPr>
              <a:t>Login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42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4300" y="0"/>
            <a:ext cx="11657700" cy="864000"/>
          </a:xfrm>
        </p:spPr>
        <p:txBody>
          <a:bodyPr/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Screens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38350" y="828700"/>
            <a:ext cx="1643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chemeClr val="bg1"/>
                </a:solidFill>
              </a:rPr>
              <a:t>Admin Property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950" y="1143139"/>
            <a:ext cx="9639750" cy="4963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328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01600" y="101600"/>
            <a:ext cx="11670400" cy="762400"/>
          </a:xfrm>
        </p:spPr>
        <p:txBody>
          <a:bodyPr/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Screens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" y="1252915"/>
            <a:ext cx="10058400" cy="46805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01850" y="883583"/>
            <a:ext cx="1669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chemeClr val="bg1"/>
                </a:solidFill>
              </a:rPr>
              <a:t>Admin  Amenity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38052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165100" y="101600"/>
            <a:ext cx="11606900" cy="762400"/>
          </a:xfrm>
        </p:spPr>
        <p:txBody>
          <a:bodyPr/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Screens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9640" y="864000"/>
            <a:ext cx="5000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chemeClr val="bg1"/>
                </a:solidFill>
              </a:rPr>
              <a:t>Owner Property(only show owner Specific Property)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1356672"/>
            <a:ext cx="10058400" cy="482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335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18</a:t>
            </a:fld>
            <a:endParaRPr lang="en-US" noProof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1352568"/>
            <a:ext cx="10058400" cy="4830096"/>
          </a:xfrm>
          <a:prstGeom prst="rect">
            <a:avLst/>
          </a:prstGeom>
        </p:spPr>
      </p:pic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165100" y="101600"/>
            <a:ext cx="11606900" cy="762400"/>
          </a:xfrm>
        </p:spPr>
        <p:txBody>
          <a:bodyPr/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Screens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9640" y="864000"/>
            <a:ext cx="4946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chemeClr val="bg1"/>
                </a:solidFill>
              </a:rPr>
              <a:t>Owner Amenity(only show owner Specific Amenity)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93780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5100" y="101600"/>
            <a:ext cx="11606900" cy="762400"/>
          </a:xfrm>
        </p:spPr>
        <p:txBody>
          <a:bodyPr/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Screens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5500740" y="838316"/>
            <a:ext cx="1609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chemeClr val="bg1"/>
                </a:solidFill>
              </a:rPr>
              <a:t>Owner </a:t>
            </a:r>
            <a:r>
              <a:rPr lang="en-IN" dirty="0" smtClean="0">
                <a:solidFill>
                  <a:schemeClr val="bg1"/>
                </a:solidFill>
              </a:rPr>
              <a:t>Booking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169675"/>
            <a:ext cx="8978900" cy="4925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9874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20</a:t>
            </a:fld>
            <a:endParaRPr lang="en-US" noProof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260" y="1283101"/>
            <a:ext cx="9207271" cy="4939900"/>
          </a:xfrm>
          <a:prstGeom prst="rect">
            <a:avLst/>
          </a:prstGeom>
        </p:spPr>
      </p:pic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165100" y="101600"/>
            <a:ext cx="11606900" cy="762400"/>
          </a:xfrm>
        </p:spPr>
        <p:txBody>
          <a:bodyPr/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Screens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4240" y="864000"/>
            <a:ext cx="2888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chemeClr val="bg1"/>
                </a:solidFill>
              </a:rPr>
              <a:t>Owner Maintenance Request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65629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21</a:t>
            </a:fld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165100" y="101600"/>
            <a:ext cx="11606900" cy="762400"/>
          </a:xfrm>
        </p:spPr>
        <p:txBody>
          <a:bodyPr/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Screens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43540" y="915200"/>
            <a:ext cx="1651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chemeClr val="bg1"/>
                </a:solidFill>
              </a:rPr>
              <a:t>Owner Settings 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75" y="1258371"/>
            <a:ext cx="8875325" cy="4790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5961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22</a:t>
            </a:fld>
            <a:endParaRPr lang="en-US" noProof="0" dirty="0"/>
          </a:p>
        </p:txBody>
      </p:sp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165100" y="101600"/>
            <a:ext cx="11606900" cy="762400"/>
          </a:xfrm>
        </p:spPr>
        <p:txBody>
          <a:bodyPr/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Screens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43540" y="915200"/>
            <a:ext cx="1666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chemeClr val="bg1"/>
                </a:solidFill>
              </a:rPr>
              <a:t>Tenant Property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" y="1284532"/>
            <a:ext cx="10058400" cy="486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6046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23</a:t>
            </a:fld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374588"/>
            <a:ext cx="10058400" cy="4814718"/>
          </a:xfrm>
          <a:prstGeom prst="rect">
            <a:avLst/>
          </a:prstGeom>
        </p:spPr>
      </p:pic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165100" y="101600"/>
            <a:ext cx="11606900" cy="762400"/>
          </a:xfrm>
        </p:spPr>
        <p:txBody>
          <a:bodyPr/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Screens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76224" y="878656"/>
            <a:ext cx="1639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chemeClr val="bg1"/>
                </a:solidFill>
              </a:rPr>
              <a:t>Tenant Amenity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8394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24</a:t>
            </a:fld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405869"/>
            <a:ext cx="10058400" cy="4805016"/>
          </a:xfrm>
          <a:prstGeom prst="rect">
            <a:avLst/>
          </a:prstGeom>
        </p:spPr>
      </p:pic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165100" y="101600"/>
            <a:ext cx="11606900" cy="762400"/>
          </a:xfrm>
        </p:spPr>
        <p:txBody>
          <a:bodyPr/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Screens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76224" y="878656"/>
            <a:ext cx="1663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chemeClr val="bg1"/>
                </a:solidFill>
              </a:rPr>
              <a:t>Tenant Booking 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8982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25</a:t>
            </a:fld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334182"/>
            <a:ext cx="10058400" cy="4860434"/>
          </a:xfrm>
          <a:prstGeom prst="rect">
            <a:avLst/>
          </a:prstGeom>
        </p:spPr>
      </p:pic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165100" y="101600"/>
            <a:ext cx="11606900" cy="762400"/>
          </a:xfrm>
        </p:spPr>
        <p:txBody>
          <a:bodyPr/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Screens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76224" y="878656"/>
            <a:ext cx="2140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chemeClr val="bg1"/>
                </a:solidFill>
              </a:rPr>
              <a:t>Tenant Maintenance 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87963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26</a:t>
            </a:fld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165100" y="101600"/>
            <a:ext cx="11606900" cy="762400"/>
          </a:xfrm>
        </p:spPr>
        <p:txBody>
          <a:bodyPr/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Screens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76224" y="878656"/>
            <a:ext cx="146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chemeClr val="bg1"/>
                </a:solidFill>
              </a:rPr>
              <a:t>Tenant Profile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4357" y="1280111"/>
            <a:ext cx="8383372" cy="486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7092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27</a:t>
            </a:fld>
            <a:endParaRPr lang="en-US" noProof="0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4300" y="165100"/>
            <a:ext cx="11933700" cy="990600"/>
          </a:xfrm>
        </p:spPr>
        <p:txBody>
          <a:bodyPr/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114300" y="1003300"/>
            <a:ext cx="11933700" cy="5181600"/>
          </a:xfrm>
        </p:spPr>
        <p:txBody>
          <a:bodyPr numCol="1"/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Owner adds property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Admin </a:t>
            </a:r>
            <a:r>
              <a:rPr lang="en-IN" sz="2400" dirty="0"/>
              <a:t>reviews and approves </a:t>
            </a:r>
            <a:r>
              <a:rPr lang="en-IN" sz="2400" dirty="0" smtClean="0"/>
              <a:t>property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Tenant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books property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Tenant raises complaint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Staff resolves 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Get Notification to all User as per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heir Action</a:t>
            </a:r>
            <a:endParaRPr lang="en-I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4202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28</a:t>
            </a:fld>
            <a:endParaRPr lang="en-US" noProof="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5100" y="165100"/>
            <a:ext cx="11606900" cy="698900"/>
          </a:xfrm>
        </p:spPr>
        <p:txBody>
          <a:bodyPr/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Features</a:t>
            </a:r>
          </a:p>
        </p:txBody>
      </p:sp>
      <p:sp>
        <p:nvSpPr>
          <p:cNvPr id="5" name="Rectangle 1"/>
          <p:cNvSpPr>
            <a:spLocks noGrp="1" noChangeArrowheads="1"/>
          </p:cNvSpPr>
          <p:nvPr>
            <p:ph type="body" sz="quarter" idx="34"/>
          </p:nvPr>
        </p:nvSpPr>
        <p:spPr bwMode="auto">
          <a:xfrm>
            <a:off x="165100" y="3696380"/>
            <a:ext cx="102997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Instant updates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Complaint tracking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Status change (pending → resolved) </a:t>
            </a:r>
          </a:p>
        </p:txBody>
      </p:sp>
    </p:spTree>
    <p:extLst>
      <p:ext uri="{BB962C8B-B14F-4D97-AF65-F5344CB8AC3E}">
        <p14:creationId xmlns:p14="http://schemas.microsoft.com/office/powerpoint/2010/main" val="10817504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29</a:t>
            </a:fld>
            <a:endParaRPr lang="en-US" noProof="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4300" y="114300"/>
            <a:ext cx="11657700" cy="749700"/>
          </a:xfrm>
        </p:spPr>
        <p:txBody>
          <a:bodyPr/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body" sz="quarter" idx="34"/>
          </p:nvPr>
        </p:nvSpPr>
        <p:spPr bwMode="auto">
          <a:xfrm>
            <a:off x="114300" y="2166373"/>
            <a:ext cx="430919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 errors (500 error 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MongoDB schema design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Role-based authentication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State management in React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 fetch error</a:t>
            </a:r>
          </a:p>
        </p:txBody>
      </p:sp>
    </p:spTree>
    <p:extLst>
      <p:ext uri="{BB962C8B-B14F-4D97-AF65-F5344CB8AC3E}">
        <p14:creationId xmlns:p14="http://schemas.microsoft.com/office/powerpoint/2010/main" val="17362935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30</a:t>
            </a:fld>
            <a:endParaRPr lang="en-US" noProof="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39700" y="101600"/>
            <a:ext cx="11632300" cy="762400"/>
          </a:xfrm>
        </p:spPr>
        <p:txBody>
          <a:bodyPr/>
          <a:lstStyle/>
          <a:p>
            <a:pPr algn="ctr"/>
            <a:r>
              <a:rPr lang="en-IN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App 📱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Online Payment Integration 💳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AI-based recommendations 🤖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Notification system 🔔 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body" sz="quarter" idx="34"/>
          </p:nvPr>
        </p:nvSpPr>
        <p:spPr bwMode="auto">
          <a:xfrm>
            <a:off x="139700" y="2779237"/>
            <a:ext cx="386035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 App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Online Payment Integration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AI-based recommendations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31</a:t>
            </a:fld>
            <a:endParaRPr lang="en-US" noProof="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27000" y="139700"/>
            <a:ext cx="11645000" cy="724300"/>
          </a:xfrm>
        </p:spPr>
        <p:txBody>
          <a:bodyPr/>
          <a:lstStyle/>
          <a:p>
            <a:pPr algn="ctr"/>
            <a:r>
              <a:rPr lang="en-IN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34"/>
          </p:nvPr>
        </p:nvSpPr>
        <p:spPr>
          <a:xfrm>
            <a:off x="127000" y="864000"/>
            <a:ext cx="11921000" cy="5295500"/>
          </a:xfrm>
        </p:spPr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Real-Time Property Rental, Maintenance &amp; Amenity Management Platform successfully provides a centralized solution for managing rental properties, tenant activities, maintenance requests, and amenities in real time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simplifies communication between Admin, Owners, Tenants, and Staff through features such as property requests, booking management, notifications, user profiles, complaint handling, and messaging functionality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using React.js, Node.js, Express.js, and MongoDB, the platform delivers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5008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32</a:t>
            </a:fld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4973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31">
      <a:dk1>
        <a:sysClr val="windowText" lastClr="000000"/>
      </a:dk1>
      <a:lt1>
        <a:srgbClr val="FFFFFF"/>
      </a:lt1>
      <a:dk2>
        <a:srgbClr val="3F3F3F"/>
      </a:dk2>
      <a:lt2>
        <a:srgbClr val="F2F2F2"/>
      </a:lt2>
      <a:accent1>
        <a:srgbClr val="056AFF"/>
      </a:accent1>
      <a:accent2>
        <a:srgbClr val="FF391E"/>
      </a:accent2>
      <a:accent3>
        <a:srgbClr val="A1CC18"/>
      </a:accent3>
      <a:accent4>
        <a:srgbClr val="FFC000"/>
      </a:accent4>
      <a:accent5>
        <a:srgbClr val="1554B2"/>
      </a:accent5>
      <a:accent6>
        <a:srgbClr val="8BB20C"/>
      </a:accent6>
      <a:hlink>
        <a:srgbClr val="056AFF"/>
      </a:hlink>
      <a:folHlink>
        <a:srgbClr val="056AFF"/>
      </a:folHlink>
    </a:clrScheme>
    <a:fontScheme name="Custom 150">
      <a:majorFont>
        <a:latin typeface="Rockwel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83186">
              <a:schemeClr val="tx1"/>
            </a:gs>
            <a:gs pos="0">
              <a:schemeClr val="accent1">
                <a:alpha val="50000"/>
              </a:schemeClr>
            </a:gs>
            <a:gs pos="46000">
              <a:schemeClr val="accent1">
                <a:lumMod val="50000"/>
                <a:alpha val="90000"/>
              </a:schemeClr>
            </a:gs>
          </a:gsLst>
          <a:lin ang="3600000" scaled="0"/>
        </a:gradFill>
      </a:spPr>
      <a:bodyPr vert="horz" lIns="72000" tIns="180000" rIns="180000" bIns="0" rtlCol="0" anchor="t">
        <a:noAutofit/>
      </a:bodyPr>
      <a:lstStyle>
        <a:defPPr algn="r">
          <a:lnSpc>
            <a:spcPts val="4700"/>
          </a:lnSpc>
          <a:spcBef>
            <a:spcPct val="0"/>
          </a:spcBef>
          <a:defRPr sz="4500">
            <a:solidFill>
              <a:schemeClr val="bg1"/>
            </a:solidFill>
            <a:latin typeface="Rockwell" panose="02060603020205020403" pitchFamily="18" charset="0"/>
            <a:ea typeface="+mj-ea"/>
            <a:cs typeface="+mj-cs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TF00564740_Dark wood presentation_CLR_v3" id="{49638A16-5E55-4B30-AEB1-0A03F30AF386}" vid="{D58A18CD-A37E-4397-8A63-7F191E6C54B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535D37E-7F4E-4FAA-AEBF-D3016C5066C4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A54D3619-0FAE-444B-BDB2-2354531561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94B36EA-CF11-40D0-93CA-F9002F3EA35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Dark wood presentation</Template>
  <TotalTime>0</TotalTime>
  <Words>682</Words>
  <Application>Microsoft Office PowerPoint</Application>
  <PresentationFormat>Widescreen</PresentationFormat>
  <Paragraphs>173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Calibri</vt:lpstr>
      <vt:lpstr>Calibri Light</vt:lpstr>
      <vt:lpstr>Rockwell</vt:lpstr>
      <vt:lpstr>Times New Roman</vt:lpstr>
      <vt:lpstr>Wingdings</vt:lpstr>
      <vt:lpstr>Office Theme</vt:lpstr>
      <vt:lpstr>Real-Time Property Rental, Maintenance &amp; Amenity Management Platform</vt:lpstr>
      <vt:lpstr>Unified Mentor</vt:lpstr>
      <vt:lpstr> My Role &amp; Responsibilities</vt:lpstr>
      <vt:lpstr>Problem Statement</vt:lpstr>
      <vt:lpstr>Objective / Goal</vt:lpstr>
      <vt:lpstr>System Users</vt:lpstr>
      <vt:lpstr>System Users</vt:lpstr>
      <vt:lpstr>Features Overview</vt:lpstr>
      <vt:lpstr>Technology Stack</vt:lpstr>
      <vt:lpstr>Database Design</vt:lpstr>
      <vt:lpstr>UI Screens</vt:lpstr>
      <vt:lpstr>UI Screens</vt:lpstr>
      <vt:lpstr>UI Screens</vt:lpstr>
      <vt:lpstr>UI Screens</vt:lpstr>
      <vt:lpstr>UI Screens</vt:lpstr>
      <vt:lpstr>UI Screens</vt:lpstr>
      <vt:lpstr>UI Screens</vt:lpstr>
      <vt:lpstr>UI Screens</vt:lpstr>
      <vt:lpstr>UI Screens</vt:lpstr>
      <vt:lpstr>UI Screens</vt:lpstr>
      <vt:lpstr>UI Screens</vt:lpstr>
      <vt:lpstr>UI Screens</vt:lpstr>
      <vt:lpstr>UI Screens</vt:lpstr>
      <vt:lpstr>UI Screens</vt:lpstr>
      <vt:lpstr>UI Screens</vt:lpstr>
      <vt:lpstr>UI Screens</vt:lpstr>
      <vt:lpstr>Workflow</vt:lpstr>
      <vt:lpstr>Real-Time Features</vt:lpstr>
      <vt:lpstr>Challenges Faced</vt:lpstr>
      <vt:lpstr>Future Scope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2026-04-04T03:49:52Z</dcterms:created>
  <dcterms:modified xsi:type="dcterms:W3CDTF">2026-05-13T12:03:51Z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